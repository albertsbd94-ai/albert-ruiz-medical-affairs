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4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RWE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DEFINING TERMS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Real-World Data Feeds Real-World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FDA defines real-world data as routinely collected patient health information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include electronic health records, disease registries, insurance claims, wearables and patient-reported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evidence is the clinical evidence on a product's use, benefits or risks derived from that 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STUDY 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Data Source, Not a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RWE isn't a single study design, it's a data source that can feed several designs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can feed cohort studies, administrative database analyses, patient registries or pragmatic trials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RCTs run in selected populations, over limited time, under controlled conditions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RWE shows how a treatment behaves across real patient diversity and over longer follow-up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REGULATORY RECOGNITION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Agencies Have Built RWE Into Decision-Making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FDA has had a formal framework for using RWE in regulatory decisions since 2018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has long supported postmarketing safety surveillance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increasingly informs effectiveness decisions, indication expansions and comparative study 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EMA follows a similar path through DARWIN EU, its European real-world data network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FIELD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Questions Only RWE Can 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does this treatment perform in patients over 75 with renal impairment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real-world persistence does it show outside the trial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does it compare to the alternative in daily hospital practice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RWE also surfaces evidence gaps that can become new studies or research collaborations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 WITH RIGOR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RWE Still Needs Critical Appraisal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the source and quality of the underlying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the statistical adjustment used to control confounding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how representative the population 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for transparent methodology, following frameworks like ISPOR or STROBE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Real-world evidence shows how treatments perform outside the controlled trial setting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RWE is a data source, not a study design, and can feed many different analyses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Regulators now use it for safety surveillance and, increasingly, effectiveness decisions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still demands the same critical questions about data quality, adjustment and representativeness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Primary and secondary endpoints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