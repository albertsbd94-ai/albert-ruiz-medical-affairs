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8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the impact of Medical Affairs is measured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Has No Clean Success Proxy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 has sales volume and market share as a direct proxy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Affairs should not create an equivalent metric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sales-like number would compromise its independence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OLD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Activity Counts Don't Prove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Relied on KOL interaction counts, requests answered, publications supported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Counting interactions says nothing about whether they changed anything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Activity volume and impact are simply not the same thing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NEW 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Outcome-Based KPIs Tied to Patient Care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insights that were actually acted upon, not just logged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Measures clinical practice or guideline changes field engagement contributed 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downstream use of evidence: citations, guideline inclusion, HTA submissions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OTHER HALF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Qualitative Assessment Answers the Harder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KOL feedback and internal stakeholder satisfaction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Documented case studies of insight-to-action pathways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Quantitative shows how much was done; qualitative shows whether it mattered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YOUR OWN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Impact on Traceable Outcomes, Not Visit Counts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lean primarily on how many visits you completed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small number of well-documented insight-to-outcome examples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evidence a modern Medical Affairs organisation looks for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Impact in Medical Affairs is proven through traceable outcomes and qualitative value, not activity counts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Activity metrics like visit counts don't prove anything actually changed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Outcome-based KPIs track insights acted upon and evidence used downstream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your own case for impact on a few well-documented outcomes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impact of Medical Affairs is measured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