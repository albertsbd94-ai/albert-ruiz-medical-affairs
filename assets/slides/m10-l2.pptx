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10 · LESSON 2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Omnichannel Medical &amp; Digital Opinion Leaders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Difference between multichannel and omnichannel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COMMON CONFUSION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Same Word, Different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Multichannel and omnichannel are often used as synonyms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distinction has real consequences for planning and execution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Confusing the two leads to activity without integration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MULTICHANNEL DEFINED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Message, Many Channels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same or similar message pushed across visits, email, congresses, networks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Channels are not coordinated beyond sharing a core message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Goal is maximizing reach and frequency of exposure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Channels don't know what happened on the others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OMNICHANNEL DEFINED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Journey, Built From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Channels integrate around a coherent, personalized HCP journey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 interactions decide the next content, format and sequence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field visit can build on what the HCP already read online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Redundancy drops, relevance of each contact rises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SUCCESS IS MEASURED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Activity Metrics vs Journey Metrics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Multichannel leans on per-channel activity: opens, visits, attendance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Those metrics are evaluated largely in isolation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Omnichannel needs metrics for the cumulative journey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Journey metrics are harder to build, requiring integrated data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HONEST REALITY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Most Organizations Are Still in Between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Multiple channels are already deployed almost everywhere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True data integration around the HCP remains a work in progress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literature treats it as a goal, not an achieved state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THE MSL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Spot Coordination, Don't Just Add a Channel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Understanding the difference reveals coordination opportunities in your territory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Look for ways to connect with other channels reaching the same HCPs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Avoid operating as one more isolated channel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Multichannel maximizes reach; omnichannel coordinates a single coherent HCP journey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Multichannel repeats a message; omnichannel adapts it to prior interactions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Journey-level metrics are harder but are what omnichannel requires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organizations still have channels without full integration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DOLs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Difference between multichannel and omnichannel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