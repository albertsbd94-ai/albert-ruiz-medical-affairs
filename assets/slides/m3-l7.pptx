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3 · LESSON 7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KOL Mapping, Segmentation &amp; Engagement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Share of scientific voice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Scientific Presence, Measured Like Market Share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Measures how present and credible a company's scientific voice 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Compared relative to competitors within a therapy area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medical-affairs equivalent of commercial market share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on scientific credibility and presence, not sales volume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REAL RISK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Good Data Can Still Lose the Conversation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company can have excellent clinical data and still lose ground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happens if competitors are more present where opinion forms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Advisory boards, congress symposia, guideline committees, publications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Increasingly, digital scientific content and communities too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IT'S MEASURED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Signals That Combine Into Share of Voice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Presence and visibility at key scientific congresses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Publication output and citation performance versus competitors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Participation in guideline development and advisory processes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engagement and reach across scientific communities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ABSTRACT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Every MSL Shapes This Metric Directly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Trust-building scientific exchange contributes incrementally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 does every insight that sharpens the evidence-generation agenda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Advisory board facilitation also contributes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Thin or inconsistent engagement lets a competitor's voice dominate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REFRAMING A QUIET QUARTER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Why Consistent Presence Still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quiet quarter is not just fewer visits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can mean scientific presence in that network is losing ground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framing justifies sustained field presence beyond any single visit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Share of scientific voice measures a company's scientific credibility against competitors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is built from congress presence, publications, advisory input and digital reach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Individual MSL activity directly shapes this metric in the field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 presence matters even without one dramatic outcome per visit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Longitudinal, value-based relationships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 of scientific voice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