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11 · LESSON 9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for Medical Affairs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Risks, compliance and privacy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Careless AI Use Carries Real Consequences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Generative AI use in Medical Affairs is not risk-free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Consequences can reach confidential information and scientific credibility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Unlike a minor typo, these risks can cause lasting damage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MSL must know these risks precisely before daily use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Hallucination Is Still the Most Cited Risk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591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Models can generate plausible, well-written but factually wrong content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53512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Includes invented figures or references that do not exist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684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758184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Especially dangerous when communicated confidently to an HCP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77316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62856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Retrieval-Augmented Generation anchors answers in verified sources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5778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44168" y="5367528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 with RAG, final human verification against the original stays essential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Privacy and Information Security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591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Prompt data can be stored or used to train future models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53512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enter confidential company data or unpublished study results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684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758184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enter identifiable patient information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77316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62856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enter identifiable HCP data without explicit consent and safeguards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5778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44168" y="5367528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Equivalent protections to HIPAA in the US or GDPR in Europe apply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Algorithmic Bias in Model Training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Models learn from text that can reflect existing biases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underrepresent certain patient populations or clinical perspectives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critical thinking on representativeness as evidence gaps in Module 7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DISCIPLINE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Governance Framework, Not Avoidance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 and follow internal policy on approved tools and privacy settings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enter confidential or patient information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verify clinical claims against the primary source before sharing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MSL keeps final professional responsibility for everything shared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Hallucination, privacy, and bias are manageable risks under a clear governance framework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Hallucination is mitigated by RAG but still needs human verification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Confidential and patient data must never enter an AI prompt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Final professional responsibility for shared information stays with the MSL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How to build an AI Medical Affairs Operating System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Risks, compliance and privacy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2026-09-01T12:14:23Z</dcterms:created>
  <dcterms:modified xsi:type="dcterms:W3CDTF">2026-09-01T12:14:23Z</dcterms:modified>
</cp:coreProperties>
</file>