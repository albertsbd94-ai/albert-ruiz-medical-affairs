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2 · LESSON 7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Modern MSL Role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Time management and prioritization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BOTH AN ASSET AND A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Autonomy Cuts Both 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MSLs manage their own calendar with limited daily oversight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of the most attractive features of the role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Also one of the biggest risks without deliberate prioritisation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STARTING 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Protect the Territory Plan, Don't Reinvent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Good time management starts with the territory plan from Lesson 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Prioritisation becomes protecting that plan, not inventing it weekly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it, the calendar fills with whoever asks first or feels urgent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CORE SKILL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Urgent Is Not the Same as Important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unsolicited medical information request is genuinely urgent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Quarterly reviews and thorough insight write-ups are important, not urgent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Important tasks get pushed aside under pressure unless protected deliberately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FIELD-SPECIFIC SKILL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Manage Travel and Geography Deliberately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visits by region instead of crossing the territory back and forth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 honest about the real time cost of high-effort activities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Include recovery time for things like international congresses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OVERLOOKED HABIT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Protect Time to Reflect and Synthesise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to read the papers relevant to upcoming conversations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to properly write up insights, not just log raw notes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to check whether current activity still matches territory priorities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 FOR YOUR CAREER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Predictor of Advancement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management and self-discipline predict who moves into leadership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Higher-level roles demand even greater self-directed prioritisation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larger scale and less structure imposed from above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Autonomy only pays off when it is spent deliberately, not reactively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territory plan, not the inbox, should set the week's priorities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Important work needs protected time or it loses out to urgent work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Self-discipline with time is a clear predictor of career advancement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The MSL as strategic medical partner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management and prioritization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2026-09-01T12:11:53Z</dcterms:created>
  <dcterms:modified xsi:type="dcterms:W3CDTF">2026-09-01T12:11:53Z</dcterms:modified>
</cp:coreProperties>
</file>