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6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Publication plan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COORDINATES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Planning How Evidence Reaches the World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Organizes in advance how and when evidence is communicated scientifically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Covers peer-reviewed articles, congress presentations, and other formal formats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the body of evidence that sustains long-term product credibility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Evidence Inventory to Journal Choice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Starts with an inventory of all available and in-development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Trials, observational studies, RWE analyses, investigator-initiated research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Prioritizes journals and congresses by clinical relevance, audience, and impact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literature favors surgically selected high-impact outlets over sheer volume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TIMING IS STRATEGIC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Coordinated Publication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Aligns publication timing with launches, congresses, and regulatory milestones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publication should be delayed unnecessarily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should be rushed in a way that compromises peer-review rigor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ETHICAL BACKBONE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Good Publication Practice Standards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Respect genuine academic authorship at every step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transparency on funding and the sponsoring company's role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 results regardless of whether they favor the product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Directly combats the publication bias covered in an earlier module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Bridge Before and After Publication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Rarely an author, but brings field knowledge of what will resonate locally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published content reach the right HCPs with the right context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distributes content ahead of official publication or embargo policy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Turning Evidence into Public Knowledge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publication plan is not an end in itself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the mechanism that turns generated evidence into public, citable knowledge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to the whole scientific community, not just those with company access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publication plan turns generated evidence into credible, public scientific knowledge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Journal and congress choice is prioritized by relevance, not volume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Publication Practice standards protect authorship and transparency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MSL bridges field insight into the plan and context back out to HCPs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Congress plan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plan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