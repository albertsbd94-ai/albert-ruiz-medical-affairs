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4 · LESSON 2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Scientific Exchange &amp; High-Impact Conversations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Difference Between Informing, Persuading, Exploring and Co-Creating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Every Conversation Falls Into One Mode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four modes exist whether an MSL chooses deliberately or by default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Telling them apart precisely is a core compliance and effectiveness skill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two of the four belong in routine scientific exchange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Informing Is Necessary but One-Directional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Accurately and completely communicating study results, mechanism, safety data and guidelines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Must include limitations and unfavourable findings, not just favourable ones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Legitimate on its own, but used exclusively it is a presentation, not a dialogue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Persuading Crosses the Firewall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Goal is changing behaviour toward a commercial outcome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Belongs to Commercial and promotional communication, not Medical Affairs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 subtle, selectively emphasised persuasion breaks the Medical-Commercial firewall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Exploring Is Where Insight Lives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Genuine questions about clinical experience, concerns and unmet needs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openness to what the answer might be, not a lead-in to a predetermined response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 most under-used by MSLs more comfortable presenting data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 FOUR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Co-Creating Has a Narrow Home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Jointly developing a research question or hypothesis with the expert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Appropriate for advisory boards, investigator studies and publication planning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a default for routine field visits — trust and governance requirements are not met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DISCIPLINE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Name the Mode You Are Actually 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and during any interaction, an MSL should be able to name which mode is active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Correct course immediately if the conversation drifts toward persuading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Naming which of the four modes a conversation is in is what keeps scientific exchange genuine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Informing and exploring are the two legitimate modes of routine exchange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Persuading and unstructured co-creating are compliance risks, not conversational style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Self-awareness in the moment is what prevents drift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Exploratory questions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 Between Informing, Persuading, Exploring and Co-Creating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