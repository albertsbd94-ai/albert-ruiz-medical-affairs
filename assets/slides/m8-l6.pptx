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8 · LESSON 6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Congress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Ethical competitor intelligence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SETTING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Competition Plays Out in the Open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active company in the therapeutic area is present and visible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Presentations, stands, satellite symposia generate competitive information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MSL inevitably absorbs some of it during normal activity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real question is not whether, but how to do it ethically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PRINCIPLE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Legitimate Intelligence Comes Only From Public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Oral presentations, posters, and symposia open to the public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Materials freely distributed at stands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Official congress publications and abstracts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Taking notes on a public talk or openly stated booth messaging is fair game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THE LINE SITS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Is Never Acceptable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Obtaining information through deception or hiding your affiliation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Accessing restricted materials or sessions without authorization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Posing as an HCP or unaffiliated attendee to enter a restricted symposium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Pressuring competitor stand staff, often junior, to reveal unpublished strategy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RIGHT CHANNEL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Route Intelligence Through Formal Processes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Ethically gathered intelligence goes through a dedicated CI function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used informally or directly in HCP conversations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Informal comparative use risks unauthorized comparative communication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markets impose specific regulatory and compliance restrictions here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PROVING IT'S CLEAN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Documentation Is a Compliance Safeguard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Governance frameworks require traceable capture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 who captured the information, when, and from what public source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improves the quality of aggregate competitive analysis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also protects the organization in any later audit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IT'S WORTH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Discipline Protects the Value, Not Just the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discipline is not a limit on the value an MSL can add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what makes competitive intelligence sustainable and defensible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stays coherent with Medical Affairs' reputation for integrity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Competitive intelligence is only valuable if it is gathered ethically and used correctly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Public, open sources are the only legitimate origin for this information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Deception, restricted access, and pressure tactics are always off-limits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Formal CI channels and traceable documentation keep it defensible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Insight capture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Ethical competitor intelligence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