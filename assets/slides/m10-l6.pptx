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6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LinkedIn for Medical Affairs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LINKEDIN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Professional Home of Medical Affairs Online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Gathers HCPs, researchers, scientific societies and patient organizations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 tone sets it apart from generalist social networks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an MSL, a natural extension of field activity, not a substitute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ONE: LISTENING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Follow to Understand the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 priority KOLs and DOLs in your territory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Watch what content they share and what gets attention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rich source for emerging clinical thinking and insights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Feeds the same insight capture framework used elsewhere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TWO: CREDIBILITY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Profile That Builds Trust Before You Speak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institutional affiliation and a distinct MSL role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confusable with a commercial position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Occasional scientific commentary, never product promotion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credibility organically over time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THREE: INTERACTION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Engaging With Others' Content Is the Delicate Part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Substantive, evidence-based comments on relevant publications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Congratulating a colleague or starting a scientific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rules apply: clear affiliation, professional tone, evidence-based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appearance of promotion outside approved channels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GUARDRAIL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Know Your Organization's Digital Policy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to LinkedIn as it does to any digital channel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what can be shared without prior review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what requires MLR approval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both the MSL and the organization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LinkedIn extends the MSL's scientific presence when used for listening, credibility and careful interaction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Listening to KOLs and DOLs surfaces real insights and trends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clear, non-commercial profile is the foundation of digital trust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interaction follows the same evidence and compliance rules as the field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listening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LinkedIn for Medical Affairs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