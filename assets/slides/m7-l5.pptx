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5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Real-World Evidence in Medical Strategy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NEW ANGLE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Evidence Category to Strategy Component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lesson looks at how RWE integrates into product medical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RWE is now a core part of Integrated Evidence Generation Plans (IEGP)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IEGPs coordinate all research activity around a product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COORDINATED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an IEGP Brings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IIIb and IV studies, IIS collaborations, registry capabilities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data collection frameworks and HEOR studies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 deliberate evidence, not scattered and reactive generation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to support access decisions, HCP questions, and long-term relevance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MSL'S FUNCTION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Primary Source of Field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insights feed directly into evidence-plan prioritization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Unanswered questions, uncertain subgroups, comparators of interest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Insights refine future protocol design and RWE and HEOR strategy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Keeps the plan aligned with real access and reimbursement needs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TWO-WAY TRAFFIC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MSL as a Translator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doesn't just communicate evidence outward to the field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 field evidence needs back into internal strategic planning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translation function is a key differentiator of the MSL role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Recent Medical Affairs frameworks name it among the role's top values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REQUIRES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Structure, Not Anecdote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Needs structured processes for capturing and sharing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Needs trust with internal evidence, HEOR, and market access teams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 information flows in both directions systematically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RWE now sits at the core of integrated evidence plans, and the MSL is the bidirectional link that keeps those plans grounded in the field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IEGPs coordinate Phase IIIb/IV, IIS, registries, RWE and HEOR together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insights directly shape evidence priorities and protocol design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 insight capture, not anecdote, makes this translation work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Evidence Gaps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Real-World Evidence in Medical Strategy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