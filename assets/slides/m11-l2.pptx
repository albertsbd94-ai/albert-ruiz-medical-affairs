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2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ChatGPT for strategic thinking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Thinking Partner, Not a Data 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ChatGPT's main value for an MSL is structuring strategic thinking, not fact lookup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 specialized tools offer more reliable scientific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helps organize ideas, explore angles, and speed up first drafts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Verification and refinement always stay with the MSL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Building a Medical Plan or Account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 it the situation: competitive landscape, evidence gaps, 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it to organize those pieces into a logical framework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can surface questions the MSL hadn't considered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MSL still revises with verified primary source data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REHEARSAL MODE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Simulating Difficult KOL Conversations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ChatGPT to role play a skeptical or critical KOL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 for rehearsing objection handling from Module 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confidence before the real, high stakes conversation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substitutes real product and evidence knowledge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EVERYDAY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General Productivity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Summarizing long documents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Drafting first structures for presentations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Adapting the same content for different formats and audiences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Turning a technical summary into an accessible explanation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ChatGPT Should Never Be Used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a primary source for specific clinical data: doses, trial results, statistics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verify such figures against the original publication or label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enter confidential company data, unpublished results, or identifiable patient or HCP information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information security rules are covered fully in Lesson 9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ChatGPT earns its place as a strategic thinking accelerator, never as a source of clinical facts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Strongest use cases are Medical Plan structuring, objection rehearsal, and drafting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 clinical data always needs primary source verification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or patient identifiable information must never enter a prompt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Claude for long documents and artifacts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for strategic thinking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