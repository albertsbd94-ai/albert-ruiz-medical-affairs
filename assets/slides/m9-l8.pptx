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9 · LESSON 8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Medical Strategy &amp; Medical Plan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Omnichannel medical plan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NEW PLANNING LAYER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Integrating Channels Around the HCP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Defines how in-person, virtual, digital, and network channels integrate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Centered on the HCP's experience, not managed as isolated channel efforts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Introduced here at the strategy level; developed fully in a later module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IT'S NOW ESSENTIAL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HCPs Already Move Fluidly Across Channels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HCPs combine an MSL conversation, a recommended publication, and a webinar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They also follow content on professional networks, often in the same week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They expect a consistent experience, with no contradictions across channels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A REPLACEMENT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Channels Complement, Digital Doesn't Replace the MSL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content can spark initial interest deepened later in a personal visit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personal visit can surface a need later resolved with personalized content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channels sustain contact with HCPs who get fewer in-person visits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COORDINATION REQUIRES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One Calendar, One Message, One View of Each Stakeholder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Field activity, digital communication, and education platforms share a plan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They share the same calendar and the same evidence-based scientific message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avoids fragmented, uncoordinated contact toward the same KOL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THE MSL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Fitting Field Work into a Bigger Journey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Doesn't require taking on digital channel management responsibilities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Requires understanding how your field activity fits the HCP's wider journey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Includes recommending relevant digital content when it's the better fit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omnichannel medical plan makes every HCP channel work as one coherent experience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exists because HCPs already move fluidly between channels themselves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content and personal visits are designed to complement, not replace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Coordination across channels prevents fragmented, uncoordinated stakeholder contact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Medical KPIs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Omnichannel medical plan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