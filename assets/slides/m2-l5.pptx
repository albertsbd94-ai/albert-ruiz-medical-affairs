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2 · LESSON 5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Modern MSL Role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Scientific exchange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PROTECTED CATEGORY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Scientific Exchange Is Not Promotion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genuine, balanced, non-promotional dialogue about science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Regulators and codes of practice treat it as a distinct category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That protection only holds if the conversation meets real conditions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CONDITION 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It Must Be Scientifically Balanced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 favourable and unfavourable data alike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Acknowledge the real limitations of the evidence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just the parts that support the product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CONDITION TWO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It Must Be Genuinely Scientific in Purpose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Responsive to the physician's question or a legitimate scientific reason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 driven by a commercial calendar or sales target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Off-label discussion must follow local legal and company framework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CONDITION THREE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It Must Be Documented Accurately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Accurate documentation matters for compliance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also ensures the insight generated isn't lost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REAL STRUCTURE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Two-Way Exchange, Not a Presentation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 brings trial data, mechanism of action and disease-state expertise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Physician brings real-world experience and unanticipated questions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conversation where only the MSL talks is a presentation, not exchange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 MSLs treat every exchange as a chance to ask a useful question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THE BOUNDARIES MATTER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Balance and Purpose Keep It Credible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Techniques for running it well are covered in detail in Module 4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It's structured, principled communication with real boundaries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Staying inside those boundaries keeps Medical Affairs credible and compliant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Scientific exchange is a protected, two-way dialogue with real boundaries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must be balanced, genuinely scientific in purpose, and documented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works only when the physician talks as much as the MSL does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Those boundaries are what keep the entire role credible and compliant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Internal cross-functional collaboration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exchange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2026-09-01T12:11:53Z</dcterms:created>
  <dcterms:modified xsi:type="dcterms:W3CDTF">2026-09-01T12:11:53Z</dcterms:modified>
</cp:coreProperties>
</file>