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Executive report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DIFFERENT DOCUMENT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Executive Reports Serve a Different Purpose Than Debriefs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strategically important congress often needs a report for leadership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Aimed at Medical Affairs leadership, sometimes other leadership functions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doesn't document everything: it synthesizes what leaders need to decide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Lead With the Conclusion, Not the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with a one-page summary, not a day-by-day narrative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changed in the scientific or competitive landscape?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does it mean for the product's medical strategy?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decisions or investments need attention soon?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new risks or opportunities appeared?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Follows the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scientific data presented, own and competitor, with strategic implications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competitive landscape summarized by key messages, not detailed transcripts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significant insights, grouped by theme and prioritized by impact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relationship or collaboration opportunities with the highest strategic relevance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AVOID THESE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Mistakes That Undermine a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overload: dozens of data points and anecdotes with no hierarchy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dilutes the main message and wastes limited leadership attention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implication: listing what happened without a recommendation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good report always connects findings to a decision or a question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PRESENTATION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Format Carries Part of the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structure with headlines that state the conclusion 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visual aids where they help synthesize complex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contained length that respects a leader's limited reading time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communication skills are developed further later in the course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executive report earns leadership's attention by leading with what matters most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synthesizes decisions, not a full record of what happened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Leading with the conclusion beats narrating the congress chronologically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Overload and missing implications are the two mistakes that undermine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Post-congress follow-up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report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