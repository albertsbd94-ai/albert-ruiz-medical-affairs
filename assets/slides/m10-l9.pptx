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10 · LESSON 9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Omnichannel Medical &amp; Digital Opinion Leaders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Digital compliance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More Channels Means More Risk to Manage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activity multiplies touchpoints with the scientific community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also multiplies regulatory, legal and reputational 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discipline as in-person activity applies, or more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Compliance enables sustainable digital growth, not blocks 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PILLAR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MLR Review Applies to Every Digital Piece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MLR review as print material or visit presentations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demands faster, more scalable review processes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Volume and speed of content push adoption of dedicated platforms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Rigor stays intact even as review gets more efficient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PILLAR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Transparency in Every DOL Collaboration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disclosure standards as any traditional KOL relationship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Conflicts of interest must be disclosed clearly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support must stay separate from promotional activity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Compliance teams should partner with DOLs, not just police them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PILLAR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Traceability That Survives an Audit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content and third-party interactions must be recorded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listening findings used in decisions need documentation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Must hold up under internal audit or regulatory inspection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Connects to broader industry transparency obligations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Compliance Lives in Every Personal Interaction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the exclusive job of a specialized team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LinkedIn comment carries the same standard as a field visit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rigor, affiliation transparency, and non-promotional separation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Adapted to a public, permanent, faster environment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Digital compliance is what makes sustainable digital scientific engagement possible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MLR review, DOL transparency and traceability are the three pillars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DOL collaborations need the same disclosure standards as traditional KOLs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MSL digital interaction carries the same compliance standard as the field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Content personalization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compliance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