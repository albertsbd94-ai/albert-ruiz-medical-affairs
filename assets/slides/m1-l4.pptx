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4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value across the product lifecycle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Value Shifts at Every Lifecycle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Affairs' relationship with a medicine spans its entire life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nature of medical value changes substantially at each stage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scientific question needs a different response depending on timing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Shaping the Product Before Launch Is Possible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Contributes to shaping the Target Product Profile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KOL engagement uncovers unmet needs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disease-state education independent of any specific product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Begins mapping the evidence landscape and its gaps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LAUNCH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Peak Intensity for Translation and Education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dense trial data into something a clinician can use in consultation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mechanism, dosing and safety profile need rapid, accurate communication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prescriber base has no prior experience with the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AND MATURITY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Center of Gravity Shifts to Real-World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Pivotal trials can't answer everything about everyday, varied patients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Registries, RWE studies and investigator-sponsored research become primary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directly informed by insights MSLs bring back from the field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 OF EXCLUSIVITY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Sustaining Differentiation as Generics Enter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shifts to long-term safety and subpopulation data generics can't copy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formulations or delivery methods become a differentiator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appropriate continuity of care, not pure promotion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MARK OF MATURITY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Reading the Stage Correctly Is a Senior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Asking for RWE input six weeks after launch is premature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Running pure disease education three years post-launch wastes an opportunity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Adjusting the conversation to the stage marks a mature MSL, not a junior one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value changes shape across four lifecycle stages, and reading the right stage is a core MSL skill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Pre-launch builds the evidence landscape and disease education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is peak translation; maturity shifts to real-world evidence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Loss of exclusivity defends differentiation that generics can't replicate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Patient centricity and health value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value across the product lifecycle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