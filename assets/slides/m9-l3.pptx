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Evidence gaps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Evidence Gaps as a Planning Pillar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earlier module covered what an evidence gap is and how to identify 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lesson covers how gaps formally integrate into the Medical Plan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become a core decision pillar, not a loose list of field observations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DIAGNOSTIC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Living Inventory, Not an Annual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 inventory is the honest picture of what current evidence doesn't answer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from systematic literature review, guideline analysis, and MSL insights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must stay live and updated across the whole plan cycle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compiled once a year and archived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WHAT TO SOLVE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Prioritization Criteria for Evidence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impact: how many patients are affected, and how severely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Feasibility of generating resolving evidence within a reasonable timeframe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Alignment with the strategic imperatives defined for this cycle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or reputational risk of leaving the gap unaddressed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GAP TO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Prioritized Gap Becomes a Concrete Initiative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subpopulation gap can become an observational or RWE study proposal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head-to-head comparison gap can prioritize a pragmatic study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mechanism-of-action understanding gap can become a medical education priority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explicit link gives the whole Medical Plan its internal coherence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Anecdotal Insight to Strategic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Participate in the full process, not just in submitting individual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how gaps are aggregated, prioritized, and turned into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lets you explain to a KOL exactly where an unanswered question stands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Evidence gaps become a Medical Plan pillar only once prioritized and actioned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gap inventory must be kept alive and current, not built once a year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criteria decide which gaps get resources this cycle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prioritized gap maps to a specific initiative elsewhere in the plan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Stakeholder strategy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gaps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