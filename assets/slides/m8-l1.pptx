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1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objectives of a congress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SHIFT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Congress Is an Operation, Not an 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MSL does not simply attend a congress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medical operation with objectives set in advance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is measured in results, not hours of presence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non-negotiable question: what do we want to achieve, and how will we know?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FOUR CATEGORIES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Congress Objective Fits One of Four Buckets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intelligence: new data, emerging KOL thinking, rising research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Relationship: strengthen or start priority KOL and DOL relationships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generation: systematically capture what the community thinks and needs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Non-promotional dissemination: get company evidence to the right audience with context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CHANGES PLANNING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Objectives Set First Change How You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you rank must-attend sessions against merely interesting 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Clarifies which KOLs need a formal meeting versus a hallway chat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the insight questions to explore actively in every conversation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Replaces passively waiting for whatever comes up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CONNECTING THE DOTS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Objectives Must Align With the Bigger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solo MSL initiative: tied to the product's global medical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tied to the team's annual congress plan and evidence plan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pre-launch congress focuses on awareness and unmet-need insights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mature-product congress focuses on real-world data and residual evidence gaps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PROVING THE VALUE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Objective Needs a Verifiable Indicator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qualified interactions with priority KOLs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quality insights captured and documented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Coverage of key scientific sessions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connections started with potential research collaborators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indicators, evaluation is just a subjective impression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congress delivers medical value only when its objectives are defined before it starts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Objectives fall into intelligence, relationship, insight, and dissemination goals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must connect to the product's medical plan, not stand alone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Verifiable indicators are what turn attendance into a measurable return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Pre-congress preparation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objectives of a congress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