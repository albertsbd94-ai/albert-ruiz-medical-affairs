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8 · LESSON 7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Congress Excellence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Insight capture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Most Intense Insight Window of the Year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Dozens of conversations with KOLs, poster authors, and colleagues in just days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densest insight-capture opportunity in the entire annual calendar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Applying the Module 5 insight framework here is what makes it count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REAL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Problem Is Volume, Not Scarcity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challenge at a congress is not too little information but too much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a system, recalling exactly what each person said becomes impossible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fundamental discipline is capturing insights as close to the moment as possible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DISCIPLINE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Capture Immediately, Never at Day's 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Right after a conversation, between one session and the next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wait until the end of the day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Definitely never wait until the end of the congress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COUNTS AS 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Real Insight Has Context and Implication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a generic opinion or an isolated quote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specific observation with context: who said it, in what situation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clear implication for medical strategy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Examples: a spontaneous evidence gap, a critical audience reaction, an unmet need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HIGHER-LEVEL SIGNAL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Collective Conversation Is an Insight Too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Themes repeating across sessions, hallways, and the congress hashtag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most recurring questions after presentations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aggregate pattern often outranks any single conversation in strategic value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CLOSE THE LOOP DAILY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Review Every Evening, Not After You Get Home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 a brief systematic review of the day's captured insights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Verify each one is complete and well contextualized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Flag the highest-relevance ones for the team debrief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Waiting until the return home lets the original context fade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congress generates more insight raw material than any other moment of the year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discipline of capturing immediately is what preserves its value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Quality insights need context and a clear strategic implication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Recurring themes across the event can matter more than any single quote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Internal debrief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8 — CONGRESS EXCELLENCE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 capture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