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695" y="1828800"/>
            <a:ext cx="7315200" cy="7315200"/>
          </a:xfrm>
          <a:prstGeom prst="ellipse">
            <a:avLst/>
          </a:prstGeom>
          <a:solidFill>
            <a:srgbClr val="AB30E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-2743200"/>
            <a:ext cx="4572000" cy="4572000"/>
          </a:xfrm>
          <a:prstGeom prst="ellipse">
            <a:avLst/>
          </a:prstGeom>
          <a:solidFill>
            <a:srgbClr val="7A00E6">
              <a:alpha val="7000"/>
            </a:srgbClr>
          </a:solidFill>
          <a:ln/>
        </p:spPr>
      </p:sp>
      <p:pic>
        <p:nvPicPr>
          <p:cNvPr id="4" name="Image 0" descr="/home/user/albert-ruiz-medical-affairs/scripts/slidegen/assets_dms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3774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 12 · LESSON 6 OF 10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743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Medical Affairs Leadership &amp; Career Accelerator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15468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Personal brand in Medical Affairs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 Medical Science Liaison Course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IT REALLY 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Personal Brand Is a Reputation, Built Deliberately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Personal brand is the reputation built through every interaction, publication and public presence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 a trust-based field, cultivating it consciously is a real career investment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 must never slide into empty self-promotion or a commercial tone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12 — MEDICAL AFFAIRS LEADERSHIP &amp; CAREER ACCELERATOR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NON-NEGOTIABLE BASE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Substance Comes Before Visibility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same rigor that grounds the whole function's credibility grounds personal brand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communication strategy compensates for a lack of real scientific substance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Personal brand amplifies an already-earned reputation, it doesn't replace it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12 — MEDICAL AFFAIRS LEADERSHIP &amp; CAREER ACCELERATOR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VISIBLE SPECIALIZATION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Be Known for Something Specific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Deep recognized knowledge in a therapeutic area or a specific competency beats being a generalist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Examples include insight generation excellence or a particular methodological expertise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makes others think of you naturally when a related need comes up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12 — MEDICAL AFFAIRS LEADERSHIP &amp; CAREER ACCELERATOR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CONSISTENCY AND CONTRIBUTION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Show Up Consistently and Add Real Value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Keep an updated, accurate LinkedIn profile without exaggerating your trajectory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Participate in professional forums and substantive scientific discussions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Contribute to internal training or best-practice initiatives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These build reputation organically, not through self-promotion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12 — MEDICAL AFFAIRS LEADERSHIP &amp; CAREER ACCELERATOR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TRAP TO AVOID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Personal Brand Is Not Self-Promotion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Sharing achievements disproportionately backfires in a credibility-based field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Generic personal-marketing tone and technique undercut trust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most effective personal brand is built indirectly, through sustained work quality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12 — MEDICAL AFFAIRS LEADERSHIP &amp; CAREER ACCELERATOR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START EARLY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Build It Before You Need It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Develop personal brand consciously from early in your career, not only when chasing a promotion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When a real opportunity arrives, an already-built reputation speaks for itself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12 — MEDICAL AFFAIRS LEADERSHIP &amp; CAREER ACCELERATOR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6895" y="-2286000"/>
            <a:ext cx="6400800" cy="6400800"/>
          </a:xfrm>
          <a:prstGeom prst="ellipse">
            <a:avLst/>
          </a:prstGeom>
          <a:solidFill>
            <a:srgbClr val="7A00E6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5156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Personal brand in Medical Affairs is earned reputation, amplified, not manufactured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238658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33172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Scientific substance and consistent rigor are the non-negotiable foundation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6382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31089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Visible specialization and genuine contribution build reputation organically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94106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388620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Avoid a self-promotion tone; let sustained work quality speak for itself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LESSON  →  LinkedIn thought leadership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12 — MEDICAL AFFAIRS LEADERSHIP &amp; CAREER ACCELERATOR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 / 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Personal brand in Medical Affairs — DMSL Course</dc:title>
  <dc:subject>PptxGenJS Presentation</dc:subject>
  <dc:creator>Albert Ruiz de la Oliva</dc:creator>
  <cp:lastModifiedBy>Albert Ruiz de la Oliva</cp:lastModifiedBy>
  <cp:revision>1</cp:revision>
  <dcterms:created xsi:type="dcterms:W3CDTF">2026-09-01T12:11:54Z</dcterms:created>
  <dcterms:modified xsi:type="dcterms:W3CDTF">2026-09-01T12:11:54Z</dcterms:modified>
</cp:coreProperties>
</file>