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7 · LESSON 10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Clinical Research, RWE &amp; Evidence Generation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Good Scientific and Ethical Practice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These Principles Are Non-Negotiable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MSL credibility rests on ethical and scientific practice principles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Applied consistently across all research-related activity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bureaucratic add-ons, but what separates Medical Affairs from Commercial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sustain long-term trust with the scientific community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PRINCIPLE 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Investigator Independence, Always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Design, execution, analysis, and interpretation stay with the investigator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True across IIS, registries, and observational studies alike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sponsor cannot condition support on favorable results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Applies whether published conclusions favor the product or not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9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PRINCIPLE TWO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Strict Wall From Commercial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Research support must never link, even implicitly, to prescription volume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Study information must not be shared with commercial teams for sales use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Approval decisions run through independent scientific review committees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PRINCIPLE THREE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Transparency and Public Registration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Trials, and increasingly relevant observational studies, register publicly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 platforms like ClinicalTrials.gov or the EU Clinical Trials Register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Registration happens before recruitment begins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Results publish regardless of favorable or unfavorable outcome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9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PRINCIPLE FOUR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Good Clinical Practice as the Standard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GCP is the international standard for ethical trial conduct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Governs design, conduct, recording, and reporting of human studies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Protects participants' rights, safety, and wellbeing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Underpins the reliability of the data generated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PRINCIPLE FIVE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Honest Conflict-of-Interest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most day-to-day relevant principle for an MSL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collaboration, funding, or support relationship must be transparent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Declared by both investigator and company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publications and to relevant ethics committees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9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LONG GAME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Integrity, Visit After Visit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These principles matter most when no one is supervising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Applied consistently, study after study, visit after visit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build a reputation no communication strategy can substitute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 / 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Independence, separation from commercial, transparency, GCP, and honest conflict management are what make Medical Affairs credible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Investigator independence and commercial separation are the core wall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registration and GCP protect the integrity of the evidence itself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Consistent, unsupervised application is what earns lasting credibility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7 — CLINICAL RESEARCH, RWE &amp; EVIDENCE GENERATION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 / 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 Scientific and Ethical Practice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2026-09-01T12:15:45Z</dcterms:created>
  <dcterms:modified xsi:type="dcterms:W3CDTF">2026-09-01T12:15:45Z</dcterms:modified>
</cp:coreProperties>
</file>