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2 · LESSON 3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Modern MSL Role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Field medical excellence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REAL MEASURE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Quality Over Activity Volume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Field medical excellence separates a busy MSL from an effective one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MSLs get only a handful of substantive meetings per year with top KOLs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one of those meetings has to count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DISCIPLINE 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Prepare With a Specific Objective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interaction needs a clear, specific objective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"check in with Dr. X" but a precise question to resolve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Undirected visits waste both the MSL's and the expert's time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DISCIPLINE TWO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Make It Genuinely Two-Way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Treat every interaction as a chance to learn, not just to present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MSL who only presents data is a walking slide deck, not a peer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is the insight-generation dimension covered in Module 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DISCIPLINE THREE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Follow Through, Every Time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 the interaction accurately and promptly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Follow up on commitments — papers, introductions, escalations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Make sure the insight actually reaches people who can act on it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Excellence that stops at the meeting has only half done the job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COMMON FAILURE MODE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Don't Over-Index on Famous KOLs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well-known expert can absorb huge time for little real dialogue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Competency frameworks define what "good" looks like at each stage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real question is how much scientific value moved both ways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NEW MSLS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Build the Reputation Early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Clear objectives, real dialogue and follow-through build trust fast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Faster than simply maximising the number of visits logged each month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Field medical excellence is defined by quality of exchange, not visit count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Preparation, two-way dialogue and follow-through are the three disciplines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Competency frameworks keep quality consistent across a team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measure is how much genuine scientific value moved in both directions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Territory ownership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Field medical excellence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2026-09-01T12:11:53Z</dcterms:created>
  <dcterms:modified xsi:type="dcterms:W3CDTF">2026-09-01T12:11:53Z</dcterms:modified>
</cp:coreProperties>
</file>