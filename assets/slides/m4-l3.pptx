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4 · LESSON 3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Scientific Exchange &amp; High-Impact Conversations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Exploratory Questions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TOOL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Questions That Actually Explore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Open-ended questions designed to uncover real clinical experience and reasoning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designed to confirm something the MSL already believes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answerable with a simple yes or no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single most important tool for turning a visit into a genuine conversation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STRUCTURAL MARKER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Start With What, How or Why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"Do you" and "is it" invite a closed, low-information answer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"What," "how" and "why" require the other person to explain their thinking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a broad open question invites a substantive response instead of one word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 THE SCOPE RIGHT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Specific, Not Narrow or Leading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broad — "how do you approach this disease" — fails to generate focused insight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narrow and leading — implying an answer — is a disguised statement, not a question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well-scoped question is useful without presupposing the answer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Sequence From Broad to Specific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broad to set the surrounding clinical context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Narrow toward the specific scientific question the MSL needs answered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Jumping straight to a narrow question often produces a thinner answer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Stay Open to Uncomfortable Answers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Exploratory questions must stay open to answers unfavourable to the product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asking when a favourable answer is expected is not really exploring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Pivoting to informing whenever a conversation gets uncomfortable undermines credibility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Exploratory questions turn a scientific visit from information delivery into real insight generation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What, how and why questions open genuine dialogue; do you and is it close it down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questions are specific without presupposing the answer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Genuine exploring means staying open even to unfavourable answers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Reflective questions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Questions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