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4 · LESSON 1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Scientific Exchange &amp; High-Impact Conversations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Scientific Exchange Is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ON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Adding the Practical Skill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exchange is genuine, balanced, non-promotional dialogue about science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module adds the conversational techniques behind that definition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gap: exchange that generates insight and trust versus exchange that is only technically compliant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MAKES IT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Ingredients Experts Agree 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Careful preparation with a clear purpose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Thoughtfully crafted open-ended 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listening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Adjusting the conversation dynamically, not running a fixed script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COMMON SHORTFALL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Same Script, Every Conversation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technically strong MSLs run every visit the same way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know the data perfectly but not how to adapt to the person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Misses whether the expert wants deep statistics, clinical application, or space to raise concerns first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MODES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Only Two Modes Belong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spectrum: informing, persuading, exploring and co-creating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Informing and exploring belong in genuine scientific exchange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Persuading crosses into promotional territory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Co-creating is reserved for advisory boards and investigator collaborations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ONE VISIT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Exchange Has a Shape Over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Skilled MSLs do not treat each visit as a self-contained event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reference and deepen prior conversations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track open questions across visits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they remember and follow up on proves the relationship is cumulative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Scientific exchange is a practical skill built on preparation, real listening and honest limits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Genuine exchange requires purpose, open questions, listening and adaptability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informing and exploring belong in routine scientific exchange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exchange builds a relationship across visits, not a single conversation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Difference between informing, persuading, exploring and co-creating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Scientific Exchange Is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