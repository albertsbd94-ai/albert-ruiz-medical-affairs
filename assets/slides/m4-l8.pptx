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4 · LESSON 8 OF 8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Scientific Exchange &amp; High-Impact Conversations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Medical Closing and Follow-Up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SETTING THE TONE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Closing Is Not a Sales Close in Disguise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scientific exchange needs a deliberate ending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an MSL closes shapes the relationship almost as much as the content did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ask for commitment to prescribe, no push toward a decision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4 — SCIENTIFIC EXCHANGE &amp; HIGH-IMPACT CONVERSATIONS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9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DISCIPLINE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Summarise, Confirm, Set Up What's Next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brief, accurate summary of the key points covered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Gives the physician a final chance to correct or add something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Explicitly restates open items: a paper to send, a question to escalate, a connection requested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4 — SCIENTIFIC EXCHANGE &amp; HIGH-IMPACT CONVERSATIONS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9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COMMON FAILURE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Unstated Expectations Quietly Erode Trust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Leaving open items unstated at the end of a visit is common and damaging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Even unstated expectations erode trust over successive visits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Explicitly restating commitments protects the relationship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4 — SCIENTIFIC EXCHANGE &amp; HIGH-IMPACT CONVERSATIONS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9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 IT'S HONOURED OR FORGOTTEN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Every Commitment Needs a Concrete Plan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Send a promised article within a specific number of days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Escalate an unanswered question through the correct channel and report back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Loop in a colleague as promised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4 — SCIENTIFIC EXCHANGE &amp; HIGH-IMPACT CONVERSATIONS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9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FASTEST WAY TO LOSE TRUST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Promises That Quietly Never Materialise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Good conversations followed by broken commitments damage long-term relationships fast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Even once or twice is often enough for a senior expert to recalibrate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Future promises from that MSL are then taken less seriously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4 — SCIENTIFIC EXCHANGE &amp; HIGH-IMPACT CONVERSATIONS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9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CLOSING THE INTERNAL LOOP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Document Promptly, Escalate Fast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Document the visit accurately and promptly, ideally the same day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 any insight in a form colleagues can actually use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Flag anything needing faster escalation through the appropriate compliant channel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4 — SCIENTIFIC EXCHANGE &amp; HIGH-IMPACT CONVERSATIONS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9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SETTING UP WHAT'S NEXT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Plant a Thread for the Next Conversation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well-closed conversation leaves a genuine, specific reason to continue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upcoming publication, a question needing more time, an evolving clinical question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Makes engagement genuinely longitudinal, not a series of disconnected visits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4 — SCIENTIFIC EXCHANGE &amp; HIGH-IMPACT CONVERSATIONS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9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disciplined close and reliable follow-through are what make a relationship cumulative, not just pleasant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Summarise the visit and explicitly restate every open commitment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Honour commitments on a concrete, time-bound plan every time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Document promptly and leave a genuine thread for the next conversation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4 — SCIENTIFIC EXCHANGE &amp; HIGH-IMPACT CONVERSATIONS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 / 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Medical Closing and Follow-Up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