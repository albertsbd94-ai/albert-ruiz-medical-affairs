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7 · LESSON 3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Research, RWE &amp; Evidence Generation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Observational Studies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TYPES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Where Observational Studies Come From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Company-sponsored: designed internally, run by clinical study or HEOR teams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Academic or scientific-society studies, governed more like an IIS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are observational rather than interventional in nature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support both, always within non-promotional limits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Existing Records or a Real-Practice Cohort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Often draw on EHRs, insurer or hospital databases, disease registries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 prospectively track a cohort already on standard treatment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study never modifies the patient's actual care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non-intervention is what separates it from a clinical trial legally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MSL CONTRIBUTION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Value at Every Stage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Design: share field clinical questions with internal evidence teams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Recruitment: inform investigators of studies open to their site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through formal channels, never as a commercial approach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Dissemination: help findings reach the right audience with context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COMMON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Robust Evidence Takes Years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Unlike a trial's fixed timeline, cohorts need years to mature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Sufficient size and exposure time are needed for robust results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Managing HCP expectations about that timeline is part of the MSL role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BIGGER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Bridge to Real Patients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Observational studies answer how a treatment works in real patients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bridge controlled trial evidence and everyday clinical reality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methodology lets an MSL explain what a study can answer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just as honestly, what it cannot answer yet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Observational studies bridge trial evidence and real practice, and the MSL supports them at every stage without crossing into promotion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Non-intervention is what defines and protects this study type legally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value spans design input, recruitment, and honest dissemination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Robust results take years, and setting that expectation is part of the job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Patient Registries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Observational Studies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2026-09-01T12:15:45Z</dcterms:created>
  <dcterms:modified xsi:type="dcterms:W3CDTF">2026-09-01T12:15:45Z</dcterms:modified>
</cp:coreProperties>
</file>