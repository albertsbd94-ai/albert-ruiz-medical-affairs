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7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role of Medical Excellence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Excellence Sets the Standard for the Whole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Owns standards, training, tools and quality frameworks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Judged on whether the whole organisation performs consistently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structurally different problem than an individual MSL's own quality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RESPONSIBILITIES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Competency Frameworks and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what "good" looks like in exchange, insights, compliance, engagement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training curricula and certification programs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Designs SOPs and governance frameworks for compliant field activity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Often Owns the CRM MSLs Use Every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Owns systems like Veeva for planning, insight capture, territory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data quality depends on a well-designed, well-trained-on system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individual diligence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Audits, Calibration and Onboarding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Audits scientific interactions and materials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calibration so different MSLs interpret compliance the same way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skill gaps from performance data, not anecdote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owns structured onboarding for new MSLs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 TO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Sets the Bar You're Measured Against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the quality bar and builds the training you go through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Designs the tools that shape your day-to-day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it turns compliance into something constructive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Natural Senior Route for Experienced MSLs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you shape how an entire Medical Affairs organisation operates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managing just your own individual territory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Explored further in Module 12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Excellence builds the standards, training and tools that let the whole Medical Affairs organisation perform consistently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owns competency frameworks, SOPs and often the CRM itself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assurance runs on audits, calibration and performance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also a genuine senior-career path for experienced MSLs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the impact of Medical Affairs is measured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Medical Excellence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