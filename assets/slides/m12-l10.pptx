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12 · LESSON 10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Affairs Leadership &amp; Career Accelerator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From MSL to Medical Lead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AUTOMATIC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Progression Is Built, Not Accumulated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Moving from MSL toward greater responsibility isn't automatic with years of experience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It's a deliberately built progression, applying leadership competencies visibly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happens while still executing the current role with excellence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PATTERN 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Expand Your Scope of Impact Gradually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 by excelling in your own territory and relationships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Then proactively seek ways to contribute beyond that individual scope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Examples include leading a process improvement or coordinating team-wide congress prep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opportunities often have to be actively sought and proposed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PATTERN TWO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Make Your Work Visible to Decision-Makers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Excellent work that stays invisible to leadership doesn't translate into progression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Communicate your own results and contributions effectively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Apply the executive communication and impact narrative principles from this course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PATTERN THREE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Seek Mentorship From Those Already There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professionals already in the type of role you aspire to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Proactively ask what competencies and experiences mattered most in their own progression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practical knowledge is something no theoretical course fully replicates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PATTERN FOUR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Stay Anchored to the Function's Purpose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Progression is more sustainable when it's not about titles or formal authority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Think of it instead as an expanding capacity to contribute to better clinical decisions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same purpose that opened this course should guide every step of the trajectory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COURSE COMPLETE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Apply It With Consistency and Ambition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course covered the technical, relational, strategic and digital knowledge behind this trajectory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Applying it with consistency, honesty and genuine ambition is now your responsibility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path runs from the first field visit to leading an entire medical organization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Progression from MSL to Medical Lead is a deliberately built trajectory, not a reward for tenure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Expanding your scope of impact and making it visible both require proactive effort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Mentors who've already made this progression offer knowledge no course can replicate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Staying anchored to the purpose of better patient outcomes keeps the trajectory sustainable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MSL to Medical Lead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