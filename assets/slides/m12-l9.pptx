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12 · LESSON 9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Affairs Leadership &amp; Career Accelerator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Professional development plan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 YOUR GROWTH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Direct Your Career Deliberately, Not by Chance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development plan is a deliberate map for actively directing your own growth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alternative is leaving progression to chance opportunities or others' decisions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Building your own plan turns this course into a personal, actionable roadmap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Start With an Honest Self-Assessment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Assess yourself honestly against every competency built across this course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Scientific exchange, insight capture, critical thinking, evidence generation, congress execution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Strategic planning, digital fluency, AI use, and leadership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where you're already solid and where a real gap exists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Set Specific, Time-Bound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generic goals like improve my leadership skills with specific, measurable ones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 the same rigor used for strategic imperatives earlier in the course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Example: lead the next two post-congress debriefs and request explicit feedback on executive synthesis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Identify Concrete Development Pathways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Structured training and mentoring from a more senior professional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Active participation in cross-functional projects to practice influence without authority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Deliberately seeking higher-visibility opportunities like an executive presentation or committee role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STEP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 the Plan Periodically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Reassess progress against your goals every few months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Adjust the plan based on what you've learned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Incorporate new priorities as your trajectory and the organization's needs evolve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KEEP IT ALIVE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Living Tool, Not an Archived Document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development plan only works if actively maintained, not filed away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what turns course knowledge into a sustained trajectory of growth and impact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development plan turns this course's content into your own actionable career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self-assessment against real competencies is the starting point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Specific, time-bound goals beat generic aspirations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Periodic review keeps the plan a living tool, not an archived document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From MSL to Medical Lead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12 — MEDICAL AFFAIRS LEADERSHIP &amp; CAREER ACCELERATOR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development plan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