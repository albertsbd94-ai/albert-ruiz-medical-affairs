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Evidence Gaps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Counts as an Evidence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relevant clinical question current evidence doesn't answer well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Matters to practice, patients, payers, or regulators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 identification is one of an MSL's most strategic contributions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links field work directly to future research planning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ORIGINS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Population and Comparative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gaps: pivotals exclude elderly, comorbid, renal or hepatic patients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pregnant patients and underrepresented ethnic groups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Comparative gaps: trials often used placebo or an outdated comparator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Leaves how it compares to today's standard of care unanswered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MORE ORIGINS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Outcome and Implementation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Outcome gaps: missing long-term, quality-of-life, or patient-reported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missing economic and healthcare-burden impact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 gaps: unclear how to apply treatment optimally in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simply whether it works under ideal conditions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THEM RIGOROUSLY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Sources, Combined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systematic or scoping literature review maps what's already answered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guidelines often flag areas of consensus-based uncertainty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field insights frequently surface gaps before literature does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AUTOMATIC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Gap to Study Takes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gap doesn't automatically justify a new study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clinical relevance: how many patients, how much impact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methodological feasibility and strategic alignment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joint call by Medical Affairs, HEOR, and evidence teams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DOCUMENTATION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Structured Beats Anecdotal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Documenting gaps structurally raises the odds they become real studies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Anecdotal mentions are far easier to lose in the pipeline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MSL's field perspective validates or nuances a gap's true relevance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Evidence gaps are relevant unanswered questions, and MSLs who document them systematically help turn them into real studies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Gaps arise from population, comparator, outcome, or implementation limits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review, guidelines, and field insight together surface them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Relevance, feasibility, and strategy fit decide which gaps get studied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The Evidence Generation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Gaps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