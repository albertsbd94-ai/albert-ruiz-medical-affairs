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Internal debrief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NEEDED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Debrief Turns Individual Experience Into Shared Knowledge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a structured debrief, most congress value stays scattered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lives only in each MSL's personal notes and memory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value fades progressively over the following weeks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WHO'S IN THE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Debrief Reaches Beyond the Field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and Medical Affairs leadership at minimum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strategy teams as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or market access teams, when formal non-confidential channels justify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ensures insights flow into wider organizational decisions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Five Blocks Every Debrief Should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coverage: what was covered, what was missed, and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summary, prioritized by strategic impact, not chronology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intelligence from public sources, properly channeled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and DOL relationship review: new contacts, strengthened ties, commitments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collaboration or evidence generation opportunities identified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Good Debrief Connects Facts to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documenting what happened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Naming which insights need immediate follow-up action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Naming which relationships need a specific cultivation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Spelling out what competitive intelligence means for product positioning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IT PRACTICAL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Asynchronous Tools Keep the Debrief Flowing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documents, insight platforms, and team messaging channels help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to find one common slot for the whole team right after the congress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can flow continuously, even while some are still traveling back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debrief is what converts one congress into knowledge the whole organization can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needs a cross-functional audience, not just the field 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fixed structure keeps insights prioritized instead of just listed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value comes from linking findings to concrete next actions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Executive report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debrief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