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5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Managing internal stakeholders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RIGOR, INTERNAL FOCUS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Internal Relationships Deserve the Same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Internal stakeholders shape how much impact your work has, even excellent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Commercial, market access, regulatory, clinical research, other MSLs and Medical Affairs leadership all matter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 internal relationships with the same intention as KOL and DOL engagement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 THEIR PRESSURES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Understand Each Function's Priorities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 is measured on short and medium term business results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access needs economic and clinical value evidence for reimbursement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research prioritizes methodological rigor and study timelines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these priorities without adopting them as your own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REACTIVE CONTACT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Regular, Not Just Reactive,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 periodic alignment meetings with teams you collaborate with most often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wait until a specific need arises to reach 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builds the trust that makes collaboration easier under pressure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DELICATE BALANCE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Collaborate Without Losing Independence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 insights and scientific context without compromising the role's non-promotional nature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 clear internally about what can be shared, for what purpose, and through which channels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stays consistent with the ethical principles covered earlier in the course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VIEWS DIVERGE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Handle Disagreement With Evidence, Not Avoidance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and commercial or market access perspectives will not always align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Address disagreement with evidence and the long-term interest of the product and patients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Seek constructive resolution instead of avoiding the conversation or imposing a position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Difference Between Influence and an Archive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Managing internal relationships well is not politics separate from medical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determines whether scientific knowledge translates into real organizational decisions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Done poorly, that knowledge stays archived without real influence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Internal stakeholder management determines whether good science actually shapes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each function's pressures makes your communication land better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Regular, proactive contact builds the trust that reactive contact never can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 disagreement with evidence while protecting Medical Affairs' independence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Personal brand in Medical Affairs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internal stakeholders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