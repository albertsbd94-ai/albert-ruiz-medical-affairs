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9 · LESSON 4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Strategy &amp; Medical Plan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Stakeholder strategy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DELIBERATE, NOT IMPROVISED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Defining Who Medical Affairs Engages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Defines deliberately who the organization needs to engage, and how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Structures relationships according to each actor's role and influence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Translates the KOL mapping and segmentation work into strategic planning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BEYOND CLINICAL KOLS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Broader Stakeholder Ecosystem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opinion leaders, whose influence runs through online channels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Scientific and professional societies that shape guidelines and consensus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Patient associations, who surface unmet needs and quality-of-life gaps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Emerging investigators and, in many markets, payers and HTA assessors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BUILDING THE STRATEGY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From Mapping to Differentiated Relationships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from situational analysis of who is influential and how positioned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Combine it with influence-level segmentation from earlier KOL mapping work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Top-tier KOLs get a longitudinal, high-contact, bidirectional relationship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Broader specialist segments get reach through education and digital channels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COORDINATION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Ecosystem, Many Functions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MSLs, market access, scientific communication, and RWE teams share the ecosystem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Without coordination, one KOL can be over-contacted from multiple fronts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Or, just as damaging, no team owns the relationship with a relevant actor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THE MSL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Guide for Limited Relational 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every possible contact merits the same level of investment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stakeholder strategy shows where to invest limited relational time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Understanding the logic behind it means executing with judgment, not just a list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Stakeholder strategy turns KOL mapping into a deliberate plan for who gets what relationship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relevant ecosystem is wider than clinical KOLs alone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Relationship intensity should match each segment's role and influence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Cross-functional coordination prevents both overload and ownership gaps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Medical education plan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Stakeholder strategy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