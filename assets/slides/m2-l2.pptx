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2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Difference between MSL, Medical Advisor and Medical Manager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Roles, Frequently Confused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MSL, Medical Advisor and Medical Manager get mixed up even inside pharma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Boundaries vary by company but the core distinction is consistent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distinction shapes both daily work and career planning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Externally Oriented and Field-Based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relationships are with KOLs, investigators and treating physicians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around direct dialogue across a defined geographic territory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depends on relationship skill and disciplined territory management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Operates with significant autonomy and limited direct oversight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MEDICAL ADVISOR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Internally Oriented and Strategy-Focused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strategically inside the organisation, not the field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Reviews promotional and medical materials for scientific accuracy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Commercial, Market Access and Regulatory with medical expertise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Coordinates the scientific agenda that MSLs then execute in the field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MEDICAL MANAGER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People Leadership Over a Field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Manages a team of MSLs and sets regional therapeutic-area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Ensures consistent territory planning and quality standards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Links field intelligence to the broader Medical Affairs leadership team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common next step for a senior, experienced MSL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PLANNING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Different Skills, Not a Strict Hierarchy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experienced MSL and a Medical Advisor can sit at a comparable level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role rewards a genuinely different skill emphasis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the differences helps you plan a deliberate career path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MSL, Medical Advisor and Medical Manager reward different skills, not different ranks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means field relationships and territory autonomy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Advisor means internal strategic and cross-functional influence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Manager means people leadership and team-level strategy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Field medical excellence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between MSL, Medical Advisor and Medical Manager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