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Post-congress follow-up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PAYOFF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Value Is Realized After the Congress, Not During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Commitments, relationships, and insights become real value in the weeks after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Follow-up is the least visible but most decisive phase of the whole cycle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also the phase most often neglected under pressure to return to normal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Deliver on Every Commitment You Made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that article, make that introduction, share that study information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it within a short, reasonable window, ideally the first few days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precise follow-through consolidates the trust just built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 or generic follow-through can undo much of the relational value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Update the CRM Systematically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every relevant interaction held during the congress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each KOL or DOL's profile and relationship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the next cultivation steps per the Module 3 engagement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Don't let the contact go cold until the next casual interaction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 Insights Into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Prioritized insights from the debrief can't just sit in a filed document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Actively communicate them to evidence generation, strategy, and HEOR teams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explicitly whether they were incorporated into any decision or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closes the loop between capturing an insight and actually using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Evaluate the Congress Against Its Own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Honestly review whether the planned success indicators were met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Qualified interactions, insights captured, key session coverage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what worked and what could improve next time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those lessons so next year's planning starts from a stronger 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Follow-Up Sustains What the Congress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congress without rigorous follow-up wastes much of its investment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Disciplined follow-up turns a one-time event into value sustained all year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Follow-up is what converts a congress from a moment into lasting strategic value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precise delivery on commitments protects the trust you built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CRM updates and insight follow-through close the loop on the event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evaluation against original objectives improves every future congress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Post-congress follow-up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