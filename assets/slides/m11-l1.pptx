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AI can bring to Medical Affairs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Is Now a Daily Working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Generative AI has moved from future promise to daily MSL tool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its real value is now a competitive advantage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 skill is knowing which tasks it helps with, and which it doesn't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it without criteria erases that advantage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HELPS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High-Value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Synthesizing and organizing information: literature, field notes,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exploration of an unfamiliar topic or research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drafts of support materials: slides, FAQ outlines, education content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an MSL's own long documents: protocols, reports, congress notes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LIMITATION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Hallucination Is the Central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can generate confident, scientific-sounding content that is wrong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Fabricated facts or nonexistent citations are the classic failure mode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rises with very specific or very recent information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model replaces clinical judgment or primary source verification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RIGHT MENTAL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Assistant, Not an Oracle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AI as a productivity accelerator for low-risk, repetitive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an authority that hands down verified scientific answers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frees time for the work only a human MSL can 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judgment, KOL relationships, and final verification stay human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This Module's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following lesson covers one tool: strengths, failure points, workflow fit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module closes with compliance and privacy risks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principle runs through all of it: accelerate, never replace, verify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adds real value to Medical Affairs only when used for the right tasks, with human verification never skipped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excels at synthesis, exploration, drafting, and long-document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 and unverified claims are the risk to always guard against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AI as an accelerator, never a substitute for clinical judgment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ChatGPT for strategic thinking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AI can bring to Medical Affairs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