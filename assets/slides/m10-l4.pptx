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4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Digital medical education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SHIFT ONLINE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Education Moves to Digital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goal as the medical education plan: close real knowledge gaps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Non-promotional formative activities, now delivered online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adds scale, flexible access, and personalization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Complements in-person training rather than replacing 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FORMAT RANGE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Ways HCPs Learn Digitally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webinars gather dispersed audiences with real-time Q&amp;A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Asynchronous videos, infographics and podcasts fit a busy schedule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e-learning offers progressive modules with formal accreditation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format suits a different depth and availability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NEVER CHANGES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Rigor and Independence Still Apply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must rest on balanced, evidence-based material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MLR review as any other scientific material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 stay clearly separate from promotional content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Applies to design, labeling and distribution alike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DIGITAL ADVANTAGE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Personalization In-Person Can't Match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Format and depth adapt to each HCP's known profile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Modules sequence according to demonstrated knowledge level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Completion and interest are measured with precision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data feeds the design of future content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MSL'S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Recommend It, Then Build On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Spot from field conversations which content fits a specific HCP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 it as a starting point or a follow-up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Reinforces the omnichannel logic across every channel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Digital medical education keeps the rigor of in-person training while adding scale and personalization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Webinars, asynchronous content and e-learning each serve a different need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MLR review and separation from promotion still apply online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connect field conversations to the right digital content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Scientific content journeys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medical education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