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Competencies of the medical leader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REQUIREMENT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Leadership Doesn't Require a 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in Medical Affairs rests on competencies, not job title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competencies can be built and shown from day one as an MSL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exactly what determines who advances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final module exists to accelerate that trajectory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COMPETENCY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Working With Diverse Stakeholders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trust-based relationships across internal and external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Navigate conflicting priorities across commercial, market access, regulatory and science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Becomes leadership when used to align others around a shared medical goal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COMPETENCY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Thinking and Business Acumen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both the medical and commercial sides of the product lifecycle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Growing business knowledge supports better-informed medical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 is not to become commercial, but to integrate the medical perspective effectively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COMPETENCY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 Without Formal Authority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distinctive skill for medical leadership in a matrix structure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Rarely any direct hierarchical authority over the teams you coordinate with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Covered in depth in the next lesson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COMPETENCY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Developing Others, Not Just Yourself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leaders act as facilitators of their team's success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 about personal authority, more about servant leadership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Recognized in the literature as a real competitive advantage for medical organizations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STARTING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Leadership Practiced Before It's Titled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to wait for a formal promotion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stakeholder interaction is a chance to practice leadership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that links daily work to strategy counts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Helping a colleague grow is leadership in action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leadership is a set of practiced competencies, not a job title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competencies define it: stakeholder collaboration, strategic thinking, influence without authority, and developing others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Credibility and trust remain the foundation of every one of them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competencies can be built and demonstrated starting on day 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Strategic thinking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Competencies of the medical leader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