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3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Influence without authority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IT'S ESSENTIAL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Leading Without a Direct Reporting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of the most determining and hardest competencies to develop in Medical Affairs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function rarely holds hierarchical authority over the teams it must coordinate with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Commercial, market access and clinical research all require constant cross-functional coordination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Credibility Comes Before Influence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Nobody sustainably follows someone they don't see as genuinely competent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rigor and reliable information are the base of all influence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Consistency between what you say and what you do matters just as much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IT BEFORE YOU NEED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Networks and Evidence-Based Persuasion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Cultivate trust with key stakeholders before you need their collaboration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prior relationship makes the ask-for-support conversation far more receptive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your goal explicitly to the other party's own interests and priorities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earns genuine support, not superficial compliance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ROOM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Listen First, Then Adapt the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each function's concerns and language before presenting anything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market access lead, a medical director and a clinical investigator care about different things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 how an idea is framed without compromising its scientific content or independence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SUBTLE MOVE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Persuasion Over Positional Authority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Minimize any display of authority and lead through reasoned persuasion instead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 who avoid imposing their position earn more solid, lasting support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beats relying on formal hierarchy to get buy-in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Voice That Gets Sought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Affairs has no direct commercial decision power but indispensable scientific knowledge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Mastering influence without authority is what gets that voice heard and integrated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time, it becomes the voice proactively sought in major strategic decisions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Influence without authority turns scientific credibility into real strategic weight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Credibility built on rigor and consistency is the non-negotiable starting point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Networks, evidence-based persuasion and message adaptation build influence deliberately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Leading through persuasion, not positional authority, earns more lasting support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Executive communication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without authority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