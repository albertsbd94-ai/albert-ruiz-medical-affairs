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10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Omnichannel Medical &amp; Digital Opinion Leaders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Content personalization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Makes Omnichannel's Promise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 delivers the right content to the right HCP at the right moment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Replaces one generic message for the whole audience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technical engine behind the omnichannel journey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LEVELS OF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Basic Profile to Predictive Signal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Basic level: specialty, facility type, approximate patient volume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Advanced level: past content consumed and questions asked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Most sophisticated: AI-enabled tools predicting relevance dynamically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level builds on richer data about the HCP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CRITICAL 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Scientific Relevance, Never Commercial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 must rest on clinical profile and information need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Never on prescription volume or business potential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Preserves the non-promotional nature of all medical activity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Guaranteed by data governance and compliance processes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HIDDEN RISK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Personalization Can Become an Echo Chamber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offering familiar content limits exposure to new evidence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HCPs may miss clinically valuable data they never searched for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Responsible design deliberately adds diversity and balance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Relevance alone is not enough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MSL'S ROLE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Most Nuanced Personalization Is Still Human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 does not reduce the MSL's role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direct conversation captures needs no data history predicts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recommend the exact right piece from the full content journey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Content personalization delivers the right science to the right HCP, guided by need, not business potential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Personalization ranges from basic profile data to AI-driven prediction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relevance must always outrank commercial signals like prescribing volume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MSLs provide the human personalization no automated system can replicate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10 — OMNICHANNEL MEDICAL &amp; DIGITAL OPINION LEADERS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 personalization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