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695" y="1828800"/>
            <a:ext cx="7315200" cy="7315200"/>
          </a:xfrm>
          <a:prstGeom prst="ellipse">
            <a:avLst/>
          </a:prstGeom>
          <a:solidFill>
            <a:srgbClr val="AB30E8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743200" y="-2743200"/>
            <a:ext cx="4572000" cy="4572000"/>
          </a:xfrm>
          <a:prstGeom prst="ellipse">
            <a:avLst/>
          </a:prstGeom>
          <a:solidFill>
            <a:srgbClr val="7A00E6">
              <a:alpha val="7000"/>
            </a:srgbClr>
          </a:solidFill>
          <a:ln/>
        </p:spPr>
      </p:sp>
      <p:pic>
        <p:nvPicPr>
          <p:cNvPr id="4" name="Image 0" descr="/home/user/albert-ruiz-medical-affairs/scripts/slidegen/assets_dmsl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640080"/>
            <a:ext cx="502920" cy="5029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40080" y="237744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MODULE 10 · LESSON 7 OF 10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274320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Omnichannel Medical &amp; Digital Opinion Leaders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3154680"/>
            <a:ext cx="10911535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Medical listening</a:t>
            </a:r>
            <a:endParaRPr lang="en-US" sz="40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603504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16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Digital Medical Science Liaison Course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DEFINITION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Systematically Monitoring the Public Scientific Conversation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344168" y="2148840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Tracks conversations across professional networks, forums, publication comments, congress hashtags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218688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3218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344168" y="2990088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Aims to spot trends, concerns, knowledge gaps and opinion patterns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4059936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4059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344168" y="3831336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Adapted from social listening to health's ethical and rigor standards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10 — OMNICHANNEL MEDICAL &amp; DIGITAL OPINION LEADERS</a:t>
            </a:r>
            <a:endParaRPr lang="en-US" sz="800" dirty="0"/>
          </a:p>
        </p:txBody>
      </p:sp>
      <p:sp>
        <p:nvSpPr>
          <p:cNvPr id="14" name="Text 12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NOT THE SAME AS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Broader and More Continuous Than Competitive Intelligence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344168" y="2148840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Competitive intelligence focuses narrowly on one congress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218688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3218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344168" y="2990088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Medical listening runs continuously, all year round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4059936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4059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344168" y="3831336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Its scope covers the whole conversation on a disease or area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40080" y="4901184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0080" y="49011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344168" y="4672584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Interested in the topic, not only in what competitors say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10 — OMNICHANNEL MEDICAL &amp; DIGITAL OPINION LEADERS</a:t>
            </a:r>
            <a:endParaRPr lang="en-US" sz="800" dirty="0"/>
          </a:p>
        </p:txBody>
      </p:sp>
      <p:sp>
        <p:nvSpPr>
          <p:cNvPr id="17" name="Text 15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HOW IT WORKS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Three Sources of Signal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344168" y="2148840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What content drives the most discussion among HCPs online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218688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3218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344168" y="2990088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Hashtags and mentions tracked around relevant congresses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4059936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4059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344168" y="3831336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Forums and communities where professionals speak more informally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40080" y="4901184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0080" y="49011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344168" y="4672584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Informal spaces often surface more honest doubts and frustrations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10 — OMNICHANNEL MEDICAL &amp; DIGITAL OPINION LEADERS</a:t>
            </a:r>
            <a:endParaRPr lang="en-US" sz="800" dirty="0"/>
          </a:p>
        </p:txBody>
      </p:sp>
      <p:sp>
        <p:nvSpPr>
          <p:cNvPr id="17" name="Text 15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WHERE INSIGHTS GO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Feeding Real Gaps Back Into the Plan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344168" y="2148840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Feeds the evidence gap inventory in the Medical Plan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218688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3218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344168" y="2990088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Informs content journeys built on real, not assumed, questions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4059936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4059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344168" y="3831336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Helps surface emerging DOLs before traditional mapping catches them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10 — OMNICHANNEL MEDICAL &amp; DIGITAL OPINION LEADERS</a:t>
            </a:r>
            <a:endParaRPr lang="en-US" sz="800" dirty="0"/>
          </a:p>
        </p:txBody>
      </p:sp>
      <p:sp>
        <p:nvSpPr>
          <p:cNvPr id="14" name="Text 12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ETHICAL LINE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Public, Contextual, and Formally Channeled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344168" y="2148840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Limit sources to public and open conversations only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218688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3218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344168" y="2990088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Respect the privacy and context of what you observe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4059936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4059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344168" y="3831336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Never identify a professional from an informal conversation without consent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40080" y="4901184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0080" y="49011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344168" y="4672584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Route findings through formal insight processes, not casual mentions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10 — OMNICHANNEL MEDICAL &amp; DIGITAL OPINION LEADERS</a:t>
            </a:r>
            <a:endParaRPr lang="en-US" sz="800" dirty="0"/>
          </a:p>
        </p:txBody>
      </p:sp>
      <p:sp>
        <p:nvSpPr>
          <p:cNvPr id="17" name="Text 15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FOR THE MSL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A Wider View Than Your Own Conversations Alone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344168" y="2148840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Amplifies insight-gathering beyond direct personal interactions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218688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3218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344168" y="2990088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Offers a panoramic read of what the community cares about right now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10 — OMNICHANNEL MEDICAL &amp; DIGITAL OPINION LEADERS</a:t>
            </a:r>
            <a:endParaRPr lang="en-US" sz="800" dirty="0"/>
          </a:p>
        </p:txBody>
      </p:sp>
      <p:sp>
        <p:nvSpPr>
          <p:cNvPr id="11" name="Text 9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3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076895" y="-2286000"/>
            <a:ext cx="6400800" cy="6400800"/>
          </a:xfrm>
          <a:prstGeom prst="ellipse">
            <a:avLst/>
          </a:prstGeom>
          <a:solidFill>
            <a:srgbClr val="7A00E6">
              <a:alpha val="12000"/>
            </a:srgb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KEY TAKEAWAY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051560"/>
            <a:ext cx="1091153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6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Medical listening turns the public scientific conversation into structured, ethical insight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40080" y="2386584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38946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05840" y="2331720"/>
            <a:ext cx="105457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It runs year-round and covers the full conversation, not just competitors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163824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38946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005840" y="3108960"/>
            <a:ext cx="105457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LinkedIn, congress hashtags and clinical forums each add a different signal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40080" y="3941064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389466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005840" y="3886200"/>
            <a:ext cx="105457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Findings must stay public-source, contextual and formally documented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594360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NEXT LESSON  →  Digital metrics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10 — OMNICHANNEL MEDICAL &amp; DIGITAL OPINION LEADERS</a:t>
            </a:r>
            <a:endParaRPr lang="en-US" sz="800" dirty="0"/>
          </a:p>
        </p:txBody>
      </p:sp>
      <p:sp>
        <p:nvSpPr>
          <p:cNvPr id="13" name="Text 11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8 / 8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Medical listening — DMSL Course</dc:title>
  <dc:subject>PptxGenJS Presentation</dc:subject>
  <dc:creator>Albert Ruiz de la Oliva</dc:creator>
  <cp:lastModifiedBy>Albert Ruiz de la Oliva</cp:lastModifiedBy>
  <cp:revision>1</cp:revision>
  <dcterms:created xsi:type="dcterms:W3CDTF">2026-09-01T12:11:54Z</dcterms:created>
  <dcterms:modified xsi:type="dcterms:W3CDTF">2026-09-01T12:11:54Z</dcterms:modified>
</cp:coreProperties>
</file>