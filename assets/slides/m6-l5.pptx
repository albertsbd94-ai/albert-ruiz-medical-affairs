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Primary and secondary endpoints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DEFINING THE ENDPOINT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the Trial Was Actually Built to Measure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endpoint is what a trial measures to determine whether treatment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versus secondary distinction defines what can be claimed with statistical confidence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Misreading it risks overinterpreting or miscommunicating a study's results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PRIMARY VARIABLE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Question the Trial Was Powered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endpoint is the outcome the trial is specifically designed and powered to evaluate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registered in the protocol, often on ClinicalTrials.gov, before recruitment begins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Meeting the primary endpoint means a statistically significant, and ideally clinically relevant, difference was observed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SECONDARY VARIABLES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Useful, But Not Confirmatory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Secondary endpoints are additional outcomes the study also measures, often without dedicated power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can reveal valuable signals on quality of life, biomarkers, subgroups or longer-term outcomes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Findings on secondary endpoints should be read as hypothesis-generating, not confirmed evidence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COMPOSITE ENDPOINTS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Number, Several Events Inside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composite endpoint bundles several events into one outcome, common in cardiovascular and survival studies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Combining events raises event frequency and statistical power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positive result can be driven by the most frequent or least severe component, not the most important 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unpack the components before communicating the headline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COMMUNICATION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Say Which Variable You're Discussing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Presenting a secondary finding with the same weight as the primary result is a form of communication bias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outcome switching can undermine trust with an HCP who checks the original protocol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practice is to always name the variable, its status, and whether the study was powered for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Primary endpoints confirm, secondary endpoints only suggest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endpoint is the only outcome the trial was powered to prove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Secondary and composite endpoints deserve more cautious, hypothesis-generating language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Naming which endpoint you're discussing protects your credibility with HCPs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p-value and 95% CI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and secondary endpoints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