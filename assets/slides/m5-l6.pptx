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5 · LESSON 6 OF 8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Medical Insights Excellence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How to avoid bias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HIDDEN RISK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Bias Distorts Insight Without Any Dishonesty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Field-generated insight is vulnerable to well-documented cognitive biases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 unaware MSL will quietly distort the picture over time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happens through normal information processing, not bad intent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5 — MEDICAL INSIGHTS EXCELLENCE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9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BIGGEST ONE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Confirmation Bias Weights What You Already Believe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Tendency to notice and remember what confirms existing beliefs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Contradicting information gets discounted or simply not registered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 MSL may recall supportive conversations more readily than complicating ones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5 — MEDICAL INSIGHTS EXCELLENCE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9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COUNTERING CONFIRMATION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Seek Out What Might Prove You Wrong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Deliberately seek disconfirming perspectives, not just corroborating ones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Practise active reflexivity — ask what assumption is shaping this reading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Drawn from qualitative research methodology literature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5 — MEDICAL INSIGHTS EXCELLENCE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9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WHO YOU TALK 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Selection Bias Skews Who Gets Heard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Engagement naturally concentrates on the most accessible, enthusiastic experts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That skews the resulting picture of what physicians think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Can miss the harder-to-reach perspectives with the most important insight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5 — MEDICAL INSIGHTS EXCELLENCE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9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FIX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Deliberately Widen Who You Engage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Include a broader, more representative range of physicians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 only the easiest or most favourably disposed ones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Connects to the territory and segmentation discipline from Module 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5 — MEDICAL INSIGHTS EXCELLENCE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9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RECENT ISN'T REPRESENTATIVE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One Vivid Conversation Can Outweigh a Real Pattern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recent, memorable conversation can feel more significant than it is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can get reported with more weight than a quieter, broader pattern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Reviewing insight logs over a longer window corrects for this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5 — MEDICAL INSIGHTS EXCELLENCE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9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EVERYDAY COUNTERMEASURES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Build Bias-Checking Into Routine Practice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State the evidentiary basis explicitly in every written insight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Periodically review your own log for one-sided reporting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Seek a colleague's perspective on ambiguous or high-stakes insights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5 — MEDICAL INSIGHTS EXCELLENCE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/ 9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Confirmation, selection and recency bias quietly distort field insight if unchecked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Seek disconfirming views and a wider range of physicians, not just easy ones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Review your insight log over time, not just the latest visit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State your evidence honestly and triangulate high-stakes insights with colleagues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How to share insights internally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5 — MEDICAL INSIGHTS EXCELLENCE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 / 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avoid bias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2026-09-01T12:11:54Z</dcterms:created>
  <dcterms:modified xsi:type="dcterms:W3CDTF">2026-09-01T12:11:54Z</dcterms:modified>
</cp:coreProperties>
</file>