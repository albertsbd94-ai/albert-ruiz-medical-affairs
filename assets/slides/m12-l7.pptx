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LinkedIn thought leadership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ONE-OFF POSTS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Thought Leadership Needs a Deliberate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Being recognized as a thought leader takes a sustained content strategy, not occasional posts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goal is a recognizable presence built over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always stays within scientific rigor and non-promotion limits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ELEMENT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Define a Precise Area of Focus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a specific area to be known for: a therapeutic area, AI in Medical Affairs, insight excellence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Trying to cover everything dispersedly dilutes recognition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focus helps the audience associate you with that topic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ELEMENT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Consistency Beats Sporadic Bursts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Regular activity, even at moderate frequency, builds visibility far more effectively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doesn't have to be fully original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Commenting substantively on relevant publications or summarizing a congress finding works just as well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ELEMENT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Format for the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Short, visually clear, directly useful content drives more genuine interaction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Lengthy or overly technical text tends to underperform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short video or infographic can show both scientific knowledge and communication skill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ELEMENT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Compliance Comes Before Every Post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internal digital communication policies before publishing anything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any appearance of product promotion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personal scientific opinion clearly separate from official company positioning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sources with the same rigor as any scientific communication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Tool That Opens Doors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Thought leadership is not an end in itself, it amplifies personal brand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Done well and sustained, it opens new collaborations and relevant invitations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builds visibility with hiring decision-makers long before you look for a new role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LinkedIn thought leadership amplifies personal brand when built with focus and consistency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precise area of focus makes recognition possible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Consistency, even moderate, beats sporadic original content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and format discipline protect credibility while building visibility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Interviewing for MSL and Medical Advisor roles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thought leadership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