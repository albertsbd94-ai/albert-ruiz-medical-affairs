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3 · LESSON 2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KOL Mapping, Segmentation &amp; Engagement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a DOL is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NEW CHANNEL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Influence Built Through Digital Platforms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DOL influence runs through social media, podcasts, video and blogs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LinkedIn and X are especially relevant platforms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can operate instead of, or alongside, the traditional academic path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traditional path relies on publications, congresses and guideline committees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IT'S MEASURED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Digital Footprint Replaces Academic Standing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Follower counts on relevant platforms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Engagement rates on scientific content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Reach and resonance of posts discussing clinical topics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Depth of community interaction matters more than raw audience size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 ARCHETYPES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From Global Voices to Micro-Influencers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Globally recognised clinical authorities with large, engaged followings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Micro-influencers with smaller but highly engaged niche audiences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Micro-influencer recommendations carry weight because the audience trusts them deeply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EITHER/OR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KOL and DOL Status Often Overlap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Many senior academic KOLs have also built substantial digital followings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Many DOLs lack an equivalent traditional academic profile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Treating digital influence as a lesser, supplementary category is a mistake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scientific exchange still follows the same compliance and balance standards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THE MSL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Mapping Must Add a Digital Dimension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the relevant DOLs in a territory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 which digital channels and communities actually shape local practice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Influence today is measured across both traditional and digital indicators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DOLs shape clinical opinion through digital channels, not just academic ones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Follower reach, engagement quality and community trust are the key indicators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KOL and DOL status frequently overlap in the same person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Territory mapping must now explicitly include the digital dimension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Differences between KOL, rising star, clinical champion and scientific influencer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a DOL is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