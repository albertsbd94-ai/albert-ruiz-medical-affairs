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2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Differences between Medical, Commercial, Market Access and R&amp;D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Confusing These Roles Damages MSL Credibility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functions touch a medicine at different points in its life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Confusing their roles is one of the fastest ways to lose credibility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the precise boundaries enables compliant, effective work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R&amp;D'S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R&amp;D Builds the Foundation Everyone Uses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Designs and runs the pivotal clinical trials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the Target Product Profile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Hands off a medicine with a regulator-approved label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Longest time horizon; the dossier becomes everyone else's foundation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AFFAIRS'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Translates the Dossier Into Real-World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Interprets the evidence for practising clinicians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post-approval evidence: RWE, registries, investigator studies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Maintains scientific exchange independent of sales targets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McKinsey: a strategic pillar, not an interface or compliance buffer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ACCESS'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Market Access Builds the Economic Case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Sits between the science and the health system's economics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pricing, reimbursement and health-economic value propositions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Persuades payers, HTA bodies and hospital formularies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clinical and real-world evidence Medical Affairs often helped generate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COMMERCIAL'S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Commercial Owns the Promotional Relationship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representatives communicate approved, on-label messages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Goal: drive appropriate use and volume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Commercial's conversations are promotional by design and regulation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Affairs' conversations must never be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FIREWALL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Governance Controls Protect Medical Independence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reporting lines, restricted data sharing, documented rules of engagement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HHS OIG guidance: keep "a respectful distance" from sales and marketing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Sharing prescriber-level insights for sales targeting is a genuine compliance risk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YOU, AS AN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Know Which Conversation Belongs to Which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Redirect commercial questions to the right colleague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 the independence that makes your scientific input credible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job is knowing exactly where each function's line sits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sits structurally apart from R&amp;D, Market Access and Commercial, and the firewall protecting that separation is non-negotiable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R&amp;D builds the evidence base; Medical Affairs translates it into scientific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 Access monetizes evidence; Commercial promotes on-label messages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protected firewall keeps Medical Affairs' exchange free of sales influence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The evolution of Medical Affairs: from scientific support to strategic partner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Differences between Medical, Commercial, Market Access and R&amp;D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