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3 · LESSON 6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KOL Mapping, Segmentation &amp; Engagement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KOL engagement plan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ANALYSIS TO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Plan Turns Mapping Into a Schedule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concrete translation of segmentation and mapping into activity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Specifies which expert, at what cadence, through what interaction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a plan, segmentation is just an analysis exercise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Sustained Scientific Partnership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Multi-year cadence, not a fixed number of annual visits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Advisory boards and trial-design or evidence-generation discussions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Strategic scientific dialogue that goes beyond a single product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 2 AND TIER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Translation Support and Relationship-Building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Tier 2 centers on helping contextualise global evidence locally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Tier 2 interactions can be more frequent but less strategically deep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Tier 3 prioritises relationship-building and disease education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Tier 3 nurtures rising stars and clinical champions long-term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THAN FREQUENCY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a Good Plan Actually Specifies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objective of each interaction: education, insight, evidence, advisory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appropriate channel: visit, congress, call, advisory board, digital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success looks like for the expert, not only for the company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STAYING CURRENT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Plans Need Built-In Flexibility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rising star or shifting institution can move tiers quickly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Good plans are revisited, commonly quarterly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fixed for a full year on a twelve-month-old assessment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OPERATIONAL BRIDGE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Strategy to Daily Discipline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Connects segmentation and mapping to territory ownership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Turns knowing who matters into a concrete daily action plan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engagement plan turns segmentation and mapping into a concrete schedule of action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tier needs a distinct cadence, channel and objective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good plan defines success for the expert, not just the company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Plans require quarterly flexibility as expert influence shifts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Share of scientific voice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KOL engagement plan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