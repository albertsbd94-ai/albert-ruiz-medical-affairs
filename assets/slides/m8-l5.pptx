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5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Poster walks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POSTERS MATTER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Highest-Density Floor at a Congress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Hundreds of researchers present data in a compact, accessible format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author is often standing right by their poster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direct conversation is rarely possible after an oral presentation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Walking 400 Posters With No Plan Means Reviewing None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the scheduled poster list and published abstracts in advance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 by relevance to your product or comparator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 authors who are mapped KOLs or DOLs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 topics tied to known evidence gaps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Covering 400 posters with no criteria means depth on none of them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DIFFERENT CONVERSATION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Poster Authors Are Not Consolidated KOLs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are early-career researchers or emerging scientists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Some are presenting to an international audience for the first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are often eager to discuss their methodology and findings in depth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HIDDEN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Source of Future Talent and Collaborators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conversations often surface early scientific talent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can identify potential collaborators for future studies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directly to the rising-star identification work from Module 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LISTENING CRITICALLY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Ask Beyond What the Poster Shows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Probe study design, sample size, and acknowledged limitations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how the author interprets the clinical relevance of their own findings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critical-thinking principles on evidence from Module 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conversations often reveal nuance the abstract never mentions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DON'T LOSE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Document Before the Value Disappears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 every relevant conversation with the same rigor as a formal meeting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the author, the core message, and any nuance or limitation discussed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 any follow-up opportunity, relational or research-based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immediate documentation, dozens of conversations fade within days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poster walk is a structured intelligence exercise, not a stroll through a hall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Prioritizing which posters to visit is what makes depth possible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Author conversations often surface talent and nuance no abstract captures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Immediate documentation is what keeps that value from disappearing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Ethical competitor intelligence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walks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