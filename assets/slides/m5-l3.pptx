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3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Difference between data, observation, insight and implication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Confusing Four Layers Weakens Every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Data, observation, insight and implication form a layered hierarchy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Confusing them is the most common cause of weak field reporting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where each layer ends lets an MSL build something strategic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Data Is Raw and Uninterpreted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number, fact or directly recorded statement, nothing more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three physicians this quarter asked about elderly dosing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Verifiable, but inert until something is done with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Observation Notices the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first layer of pattern recognition across the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more physicians raised this question than in prior quarters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does not explain why the pattern exists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Insight Reasons Through the Why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understanding, informed by scientific knowledge and field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uncertainty stems from poorly communicated real-world safety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Explains the underlying why, not just a restatement of the pattern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Implication Names the Actionable Consequence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specific, actionable so-what the insight points toward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a targeted education initiative and a real-world evidence sub-analysis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someone inside the organisation decide whether and how to act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DEPENDENCY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Each Layer Needs the One Below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Implication without real insight is a recommendation dressed as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without solid data and observation is speculation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Skipping a layer produces weak output at the next one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Move Through All Four Layers Deliberately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jump from one conversation straight to a sweeping implication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Consciously work up through data, observation, insight, implication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discipline is what capture, writing and bias lessons protect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Data, observation, insight and implication build on each other in strict order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raw, observation notices a pattern, insight explains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Implication is the concrete so-what that enables a decision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Skipping a layer turns analysis into speculation or an unsupported recommendation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to capture insights during a visit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data, observation, insight and implication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