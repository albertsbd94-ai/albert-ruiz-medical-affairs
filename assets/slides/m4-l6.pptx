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4 · LESSON 6 OF 8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Scientific Exchange &amp; High-Impact Conversations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Active Listening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DISCIPLINE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Attending to More Than Just the Words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Active listening attends to emphasis, hesitation and emotional undertone, not just content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Demonstrating that attention in a way that deepens rather than interrupts the conversation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skill that makes exploratory and reflective questioning actually work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4 — SCIENTIFIC EXCHANGE &amp; HIGH-IMPACT CONVERSATIONS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COMPONENT ONE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Full Attention, Not the Next Talking Point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Genuinely focus on the speaker rather than preparing the next data point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surprisingly common habit among MSLs confident in their scientific content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Treats conversation as a genuine exchange, not waiting for a turn to speak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4 — SCIENTIFIC EXCHANGE &amp; HIGH-IMPACT CONVERSATIONS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COMPONENT TWO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Non-Verbal Signals Matter Too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Appropriate eye contact and unhurried pacing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 glancing at a phone or watch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Signals attention concretely, and its absence is noticed even when unintentional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4 — SCIENTIFIC EXCHANGE &amp; HIGH-IMPACT CONVERSATIONS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COMPONENT THREE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Withhold Judgment Before Responding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Resist the urge to immediately counter a concern with a data point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Paraphrasing and reflecting confirms understanding and invites elaboration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Creates space for a physician to finish a genuinely complex thought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4 — SCIENTIFIC EXCHANGE &amp; HIGH-IMPACT CONVERSATIONS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ADVANCED SKILL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Listen for What Isn't Said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shift in tone or vagueness communicates something real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Example: enthusiastic on efficacy, noticeably vaguer on tolerability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Skilled listening notices the shift and gently invites it into the open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4 — SCIENTIFIC EXCHANGE &amp; HIGH-IMPACT CONVERSATIONS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PAYOFF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Better Listening, Better Insight Capture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Active listening improves the accuracy of insight summaries written afterward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MSLs who listen carefully track substance in the moment, not from memory later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direct input into the quality of medical intelligence, not just a soft skill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4 — SCIENTIFIC EXCHANGE &amp; HIGH-IMPACT CONVERSATIONS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Active listening is what turns well-designed questions into real conversational value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Full attention, non-verbal engagement and withheld judgment are all learnable components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a physician doesn't say is often as informative as what they do say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Careful listening in the moment produces more accurate insight afterward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Handling scientific objections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4 — SCIENTIFIC EXCHANGE &amp; HIGH-IMPACT CONVERSATIONS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/ 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Active Listening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2026-09-01T12:11:54Z</dcterms:created>
  <dcterms:modified xsi:type="dcterms:W3CDTF">2026-09-01T12:11:54Z</dcterms:modified>
</cp:coreProperties>
</file>