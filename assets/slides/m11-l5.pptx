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NotebookLM for document analysis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 IT SOLVES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Answers Anchored Only in Your Own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by Google on its Gemini models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with a defined set of documents the MSL uploads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Answers come only from those sources, not general model knowledge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Citations point to the exact passage behind each answer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Upload Sources, Get Grounded Responses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loads documents as the notebook's sources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answer after that draws exclusively from that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Especially reliable when sources must stay central to the response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Ideal when every claim needs to trace to an exact passage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A MEETING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Preparing for a Key KOL Interaction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the key publication, related study protocol, and prior notes on that KOL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 answers to likely questions with exact passage traceability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a congress, load team notes to find patterns or contradictions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Summaries in Multiple Formats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output in different formats from the same sources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Ranges from structured outlines to conversational formats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 for absorbing dense content during travel or downtime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IT'S LOWER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Grounding Reduces, Not Eliminates,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Anchoring only to provided sources cuts the risk of ungrounded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risk than general purpose tools, but not zero 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still confirms the synthesis accurately reflects the original nuance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NotebookLM trades general flexibility for tightly sourced, traceable answers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 meeting prep and congress note synthesis from your own documents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answer is traceable to an exact passage, reducing fabrication risk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confirmation of nuance and accuracy is still required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Consensus, Elicit and Scite for evidence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for document analysis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