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imperatives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Concentrating Effort Where It Matters Most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strategic imperative is a priority significant enough to concentrate resources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organization spends disproportionate time and attention on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Rather than spreading effort evenly across every possible activity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prevents the most common planning error: doing everything a little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THEY COME FROM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Imperatives Emerge from Situation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biggest scientific risk or opportunity for this 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evidence gap, if closed, would most improve appropriate adoption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competitive or regulatory shift demands a priority medical response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unmet clinical or patient need represents the greatest opportunity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MAKES ONE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Specific, Measurable, Patient-Connected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Specific, not generic: name the exact gap, population, and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closing a renal impairment evidence gap flagged in 80% of nephrologist interactions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Measurable, with a clear criterion for what progress looks like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a real patient or clinical benefit, not just an internal target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Prioritizing Means Saying 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Deliberately giving up interesting activities outside the top priorities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uncomfortable, especially for motivated field teams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plan that tries to prioritize everything ends up prioritizing nothing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STAYING CURRENT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Imperatives Are Reviewed, Not Fixed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Reassessed at the annual planning cycle and whenever the environment shifts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Triggers include new competitive data, regulatory change, or a safety finding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rigid plan that can't adapt its imperatives quickly loses its strategic 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Imperatives Guide Daily Field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the current imperatives enables autonomous, coherent field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congress to prioritize, which insight to escalate with urgency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relationship to invest in more heavily, without checking every call upward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imperatives focus a Medical Plan's limited resources on what matters most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emerge from situation analysis, not from intuition or habit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strong imperative is specific, measurable, and tied to patient benefit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are revisited whenever the competitive or regulatory picture changes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Evidence gaps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imperatives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