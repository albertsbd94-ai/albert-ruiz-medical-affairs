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6 · LESSON 1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Evidence-Based Medicine for MSLs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Hierarchy of evidence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MENTAL 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Pyramid for Weighing Evidence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vitro and animal studies generate hypotheses, not proof in humans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Case series and observational studies show real-world associations without full confounder control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Randomized controlled trials are the standard for establishing causality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Systematic reviews and meta-analyses sit at the top, combining multiple RCTs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Not All Evidence Carries Equal Weight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hierarchy lets an MSL answer how strong is this evidence honestly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observational association can be genuinely useful without proving causality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Treating both levels as equally strong is a scientific and ethical error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NUANCE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Ladder Is Not Rigid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every systematic review outranks a single well-designed RCT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quality depends on which studies were included and how they were combined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small RCT with a wide confidence interval can be less certain than a large, well-controlled observational study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Recent methodology treats the hierarchy as a flexible guide, not a strict ladder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TO COMBINE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Critical Appraisal Still Comes First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Design, sample size, risk of bias and clinical relevance must be weighed alongside pyramid level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Propensity score matching and other advanced methods can strengthen observational evidence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high position in the hierarchy is a starting point, not a final verdict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FILTERING INFORMATION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Prioritize What Deserves a Close Read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the hierarchy to triage the flood of available scientific literature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recent high-impact meta-analysis deserves more attention than an isolated case report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Match language to design: association for observational data, effect only when design supports it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Anticipate design questions from critical HCPs before they ask them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PAYOFF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Precision Builds Trust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hierarchy is the shared language between MSLs and the medical community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Speaking it precisely builds scientific credibility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Using it selectively to reinforce a commercial message erodes that trust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hierarchy of evidence tells an MSL how much weight to give any single data point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Randomization is what separates RCTs from studies that only show association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Meta-analyses sit at the top but still require critical appraisal, not blind trust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Matching your language to the study design keeps scientific communication honest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Clinical trials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Hierarchy of evidence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