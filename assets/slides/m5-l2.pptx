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5 · LESSON 2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Insights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is NOT an insight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COMMON FAILURE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Field Reports Full of Almost-Insights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failures are not silence but noise that looks like insight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get logged and clutter systems without informing any decision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Recognising what is not an insight is as valuable as knowing what 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YET DEVELOPED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Raw Observation Is Not an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noted observation is real and worth keeping, but incomplete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does not yet explain why or point to an implication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whether it is a genuine trend or an artifact of one referral pattern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NOTHING NEW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Restated Fact Adds No Understanding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Confirming a known label or literature fact is not insight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Genuine insight requires new understanding, not confirmation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 organisation already knew it, logging it changes nothing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MISSING THE WHY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 Ungrounded Opinion Isn't Actionable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subjective impression alone gives the organisation nothing to act 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matters is why the physician feels that way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the reason behind it, an opinion cannot inform a decision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NOISE VS SIGNAL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Anecdote Is Not Yet a Trend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unusual case is worth noting and watching for corroboration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Treating it as representative risks steering strategy on noise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the same bias risk covered later in bias avoidance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THE SAME THING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Wish or Request Isn't an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Requests for samples or programs are legitimate field feedback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should be routed to the right owner, not logged as insight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don't explain a why behind clinical behaviour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PRACTICAL TEST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Question Before Logging Anything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I state in one sentence what decision this could inform, and why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 answer is no, it is raw material, not a finished insight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material is still worth keeping for later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Most field notes are almost-insights until they explain a why and an 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Observations, restated facts, opinions, anecdotes and requests aren't insights alone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needs development before it can inform a decision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the one-sentence test before logging anything as insight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Difference between data, observation, insight and implication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NOT an insight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