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2 · LESSON 6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Modern MSL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Internal cross-functional collaboration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HIDDEN HALF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Value Depends on Internal Collaboration Too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visible time is in the field, but value depends on internal reach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Partners include Medical Advisors, Market Access, Commercial, Clinical Development, Regulatory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that never reaches the right audience hasn't really been generated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RELATIONSHIP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Advisors and the Strategy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insight is meant to flow into the Medical Plan and publication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best as a genuinely two-way relationship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bring field intelligence up, Advisors bring strategic context down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ACCESS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Strengthen the Dossier, the Right 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evidence and clinical insight can strengthen a payer dossier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 be shared through the correct, compliant channel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used as a workaround to influence pricing or access directly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COMMERCIAL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Most Sensitive Relationship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explicit understanding of the firewall rules from Module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Redirect questions that have drifted into commercial territory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share prescriber-level data or insight that could inform targeting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AND REGULATORY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When Insight Points to a Gap or a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Relevant when field insight could inform future trial design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observations go through pharmacovigilance channels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follow the formal adverse-event process without delay or filtering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MAKES IT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Habits of Effective Collaborators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which stakeholder actually owns which decision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Communicate insight in the format that stakeholder can act 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the working relationship before you urgently need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MSL's field insight only counts once it reaches the right internal audience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internal partner needs insight shared through a different, appropriate channel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 collaboration always respects firewall rules without exception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Relationship-building applies internally just as much as it does with KOLs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Time management and prioritization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cross-functional collaboration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