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5 · LESSON 1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Insights Excellence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 medical insight is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Counts as a Genuine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Surfaces through direct scientific exchange with a clinician or researcher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Explains the why behind a pattern, not just the pattern itself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Points toward a specific action the organisation could take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peer-reviewed framework was built to restore this precision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INFORMATION VS UNDERSTANDING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Data Describes, Insight Explains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Information describes what is happening — a data point, a metric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 explains why it is happening, at a decision-ready level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Charting how often a question comes up is a metric, not an insight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why physicians keep asking it is the insight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COMPONENTS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Every Real Insight Contains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Grounded in something real — an observation, conversation or pattern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Interpretation — a reasoned why, not an assumption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 recognition across multiple interactions, not just one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Relevance — a plausible link to a decision the organisation can make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DISTINCT SKILL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Insight Generation Is Not Automatic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a byproduct that just happens during good scientific exchange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module builds it as a deliberate, systematic skill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Covers spotting false insights, the data-to-implication ladder, capture and writing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Also covers bias, sharing internally, and connecting insight to strategy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Differentiator Between Average and Strategic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Industry analysis is consistent on this point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Generating and acting on genuine insight separates strategic Medical Affairs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a core professional capability, not a nice-to-have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genuine insight explains a why and points to an action, not just information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Information describes what happened; insight explains why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insight needs grounding, interpretation and relevance together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 generation is a skill this module builds step by step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What is NOT an insight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5 — MEDICAL INSIGHTS EXCELLENCE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 medical insight is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