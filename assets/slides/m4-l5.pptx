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 · LESSON 5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 Exchange &amp; High-Impact Conversations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Questions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DEFINING THE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Questions Chosen to Inform a Real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Exploratory or reflective questions deliberately aimed at a decision the organisation needs to make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separates a pleasant conversation from one that produces an actionable insight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up the medical insight skills covered in full in Module 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Good Conversation Isn't Automatically Useful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technically excellent exploratory conversation can still produce nothing actionable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value connects to an evidence-generation priority, an unmet need, or a safety signal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dialogue alone does not guarantee organisational value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THE VISIT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Preparation Is Where Strategy Starts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what the current Medical Plan and evidence-generation agenda are trying to learn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Revisit open questions the last few visits with this expert left unresolved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the therapy area's biggest current uncertainty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two or three strategic questions from that preparation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SEEING THE DIFFERENCE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Generic Warm-Up vs Strategic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generic question like how do you approach this condition is fine as a warm-up, not strategic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strategic version ties the same territory to a specific evidence-generation gap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 genuinely open, with no predetermined right answer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KEEPING BALANCE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Strategic, Not Extractive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questions must stay balanced across visits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much transactional focus makes the relationship feel purely extractive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Weaving a few strategic questions into genuine curiosity marks a senior-level MSL skill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questions turn open, curious conversation into insight the organisation can actually act 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Preparation before the visit is what makes a question strategic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questions stay genuinely open, not leading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strategic intent with real curiosity so the relationship doesn't feel extractive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Active listening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Questions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