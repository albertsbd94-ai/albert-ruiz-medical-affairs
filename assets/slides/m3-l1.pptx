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1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KOL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CRITERION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Influence, Not Just Seniority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"KOL" is often loosely used in pharma to mean simply an important doctor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real criterion is measurable influence, not seniority or title alone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prestigious hospital title does not by itself make someone a KOL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scientific output and peer recognition disqualify a title alone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 MARKERS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the Industry Identifies a KOL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publication record in peer-reviewed journals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Leadership as principal or coordinating investigator on trials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Authorship or committee membership on practice guidelines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Invited speaking roles at major congresses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Leadership positions in professional or scientific societies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KEY DISTINCTION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Influence vs. Mere Prominence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mid-career researcher can be a true KOL in a narrow sub-specialty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matters is whether other clinicians actually cite and follow the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KOL shifts opinion, that shift plausibly moves broader practice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Balanced scientific exchange is a legitimate way evidence reaches that opinion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ONE CATEGORY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KOLs Differ in Type of Influence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 can center on clinical practice, trial design, or guidelines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 also center on public visibility or peer education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KOL work means knowing which kind of influence someone has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module builds that nuance through DOLs, rising stars, and mapping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Getting This Right Is Foundational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 identification underpins every other skill in this module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spent with the wrong expert is time not spent shaping practice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Reputation and hearsay are not reliable substitutes for real criteria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true KOL is defined by measurable influence, not title or seniority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Publications, trials, guidelines and congress roles are the real markers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 type varies across clinical, trial, guideline, or peer education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 identification is the foundation for segmentation and engagement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What a DOL 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KOL 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