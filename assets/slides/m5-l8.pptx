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5 · LESSON 8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Insights Excellence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How to turn insights into strategy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Insight Only Matters If It Reshapes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Connecting field insight to the Medical Plan is the final step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it, excellent insight is just an elaborate listening exercise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what justifies everything earlier in the module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REALLY HAPPENS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Strategy Shifts Through Convergence, Not One Insight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Rarely driven by a single dramatic insight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often, multiple MSLs independently surface the same pattern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Significance comes from validation and accumulation, not one conversation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MAKING IT SYSTEMATIC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Convergence Needs a Structured Review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Leadership reviews aggregated insight on a regular cadence, often quarterly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Aligned with the Medical Plan review cycle from Module 9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ask what the field intelligence suggests about current priorities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INDIVIDUAL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Field Work Feeds a Larger Intelligence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strategic connection happens above any one MSL's direct control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Still, treat insight generation as genuine contribution, not admin reporting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Makes accurate capture, honest bias-checking and clear writing matter more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SENIOR QUESTION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Ask What Pattern Is Emerging Over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Periodically review several months of insights, not one at a time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what the accumulated pattern points toward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shift marks the move from tactical execution to strategic partnership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Individual insights become strategy through convergence, structured review and discipline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Strategy shifts when multiple independently sourced insights converge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Structured, regular review by leadership turns insight into decisions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Treat insight generation as strategic contribution, not administrative reporting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turn insights into strategy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