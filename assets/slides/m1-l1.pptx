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1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Medical Affairs Is — and Why It Exists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Gap Approval Doesn't Close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Regulatory approval is not the same as correct real-world 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drug label tells a physician what a medicine is for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rarely answers the exact question in front of a specific patient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 exists to close that gap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Reactive Support to Strategic Pillar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Once: answered unsolicited medical questions, supported dossiers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Today: McKinsey calls it the industry's "third pillar"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Standing alongside R&amp;D and Commercial — not between them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MEASURABLE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Leaders Reporting Directly to the CEO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0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~30%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4448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946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~60%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Nearly doubled in four years — McKinsey / MAPS industry analysis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Independence From Commercial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sales targets — ever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interaction must stand on its own as balanced and evidence-based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Protected by codes: IFPMA, EFPIA, PhRMA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legal and ethical requirement, not a cultural preference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Five Core Activities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engagement with HCPs and KOLs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insight generation that informs strategy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generation — RWE, investigator studies, registries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education and publications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information services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YOU, AS AN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This Foundation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value proposition is scientific credibility — not sales influence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technique in this course builds on that credibility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Lose it, and Medical Affairs loses its reason to exist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closes the gap between approval and appropriate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Independence from Commercial is what makes it trustworthy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five core activities all defend that scientific credibility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foundation underpins everything else in the course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Differences between Medical, Commercial, Market Access and R&amp;D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Medical Affairs Is — and Why It Exists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