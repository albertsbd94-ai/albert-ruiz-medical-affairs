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 · LESSON 6 OF 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Foundations &amp; Strategic Role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as a translator between science, clinical practice and strategy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FUNCTION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Affairs' Irreplaceable Job Is Translation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information across three languages: science, clinical practice,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languages rarely speak to each other directly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Losing accuracy in any one direction is where MSLs most often fail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SCIENCE TO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Trial Result Is Not Yet a Clinical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Translates hazard ratios and confidence intervals into a real consultation decision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Trial populations and endpoints don't map cleanly onto one patient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Reciting the headline result is not translation, just repetition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PRACTICE TO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Observations Aren't Insights Until Structured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unmet needs, barriers, safety signals, guideline gaps from the field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Raw observations must be filtered, validated and tied to a decision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exact step is the focus of Module 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INSIGHT TO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Field Intelligence Shapes the Medical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field insight to the Medical Plan and evidence-generation agenda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Feeds publication planning and, where compliant, corporate strategy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layer where Medical Affairs becomes a true strategic pillar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SKILL 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Languages, One Professional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and statistical literacy to interpret evidence correctly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communication skills for real two-way dialogue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and strategic literacy to know what the organisation needs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Weakness in any one language creates a ceiling on impact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Affairs' core value is translating accurately between science, clinical practice and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trial result only matters once translated into a real clinical decision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observations become insights only when structured and validated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Weakness in any one of the three languages caps an MSL's impact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The role of Medical Excellence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 — MEDICAL AFFAIRS FOUNDATIONS &amp; STRATEGIC ROLE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Affairs as a translator between science, clinical practice and strategy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2026-09-01T12:11:53Z</dcterms:created>
  <dcterms:modified xsi:type="dcterms:W3CDTF">2026-09-01T12:11:53Z</dcterms:modified>
</cp:coreProperties>
</file>