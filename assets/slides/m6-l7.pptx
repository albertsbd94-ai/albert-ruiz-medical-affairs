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695" y="1828800"/>
            <a:ext cx="7315200" cy="7315200"/>
          </a:xfrm>
          <a:prstGeom prst="ellipse">
            <a:avLst/>
          </a:prstGeom>
          <a:solidFill>
            <a:srgbClr val="AB30E8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0" y="-2743200"/>
            <a:ext cx="4572000" cy="4572000"/>
          </a:xfrm>
          <a:prstGeom prst="ellipse">
            <a:avLst/>
          </a:prstGeom>
          <a:solidFill>
            <a:srgbClr val="7A00E6">
              <a:alpha val="7000"/>
            </a:srgbClr>
          </a:solidFill>
          <a:ln/>
        </p:spPr>
      </p:sp>
      <p:pic>
        <p:nvPicPr>
          <p:cNvPr id="4" name="Image 0" descr="/home/user/albert-ruiz-medical-affairs/scripts/slidegen/assets_dmsl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40080"/>
            <a:ext cx="502920" cy="502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237744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MODULE 6 · LESSON 7 OF 10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7432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Evidence-Based Medicine for MSLs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154680"/>
            <a:ext cx="1091153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Relative risk, odds ratio and hazard ratio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603504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1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Digital Medical Science Liaison Course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THREE MEASURES, ONE HABIT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RR, OR and HR Are Not Interchangeable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Relative risk, odds ratio and hazard ratio all compare event occurrence between two groups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Each measure fits a different study design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Confusing them is one of the most common interpretation errors, even among experienced clinicians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6 — EVIDENCE-BASED MEDICINE FOR MSLS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RELATIVE RISK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The Ratio of Two Probabilities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Relative risk compares the probability of an event in the treated group versus the control group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Used in trials and cohort studies, where incidence can be calculated directly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 RR of 0.70 means a 30% lower relative risk of the event in the treated group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6 — EVIDENCE-BASED MEDICINE FOR MSLS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ODDS RATIO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The Measure for Case-Control Studies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Odds ratio compares the odds of the event between groups, not a directly calculated incidence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It's the standard measure in case-control studies, where true incidence can't be computed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When the event is rare, below roughly 10%, the OR closely approximates the RR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90118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901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44168" y="4672584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When the event is common, the OR tends to exaggerate the effect size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6 — EVIDENCE-BASED MEDICINE FOR MSLS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HAZARD RATIO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The Measure for Time-to-Event Data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Hazard ratio is used in survival analysis, when the timing of the event matters, not just whether it happens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It reflects relative instantaneous risk over follow-up, assuming proportional hazards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It's the standard measure in oncology and cardiovascular trials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6 — EVIDENCE-BASED MEDICINE FOR MSLS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SHARED BLIND SPOT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A Favorable Ratio Can Hide a Small Absolute Benefit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5227168" cy="2651760"/>
          </a:xfrm>
          <a:prstGeom prst="roundRect">
            <a:avLst>
              <a:gd name="adj" fmla="val 4138"/>
            </a:avLst>
          </a:prstGeom>
          <a:solidFill>
            <a:srgbClr val="F5F3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697480"/>
            <a:ext cx="52271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7A0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HR 0.50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977640"/>
            <a:ext cx="48614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sounds highly favorable on its own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324448" y="2377440"/>
            <a:ext cx="5227168" cy="2651760"/>
          </a:xfrm>
          <a:prstGeom prst="roundRect">
            <a:avLst>
              <a:gd name="adj" fmla="val 4138"/>
            </a:avLst>
          </a:prstGeom>
          <a:solidFill>
            <a:srgbClr val="F5F3F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324448" y="2697480"/>
            <a:ext cx="52271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38946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2% to 1%</a:t>
            </a:r>
            <a:endParaRPr lang="en-US" sz="4400" dirty="0"/>
          </a:p>
        </p:txBody>
      </p:sp>
      <p:sp>
        <p:nvSpPr>
          <p:cNvPr id="9" name="Text 7"/>
          <p:cNvSpPr txBox="1"/>
          <p:nvPr/>
        </p:nvSpPr>
        <p:spPr>
          <a:xfrm>
            <a:off x="6324448" y="3977640"/>
            <a:ext cx="48614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same result when the event is rare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530352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6661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None of these three measures show the real absolute benefit for an individual patient.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6 — EVIDENCE-BASED MEDICINE FOR MSLS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 PRACTICE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Never Report a Relative Measure Alone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None of these measures communicate absolute risk or the real magnitude of benefit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Pair every relative measure with the absolute risk in each group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Add the number needed to treat to translate the effect into practice-ready language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6 — EVIDENCE-BASED MEDICINE FOR MSLS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76895" y="-2286000"/>
            <a:ext cx="6400800" cy="6400800"/>
          </a:xfrm>
          <a:prstGeom prst="ellipse">
            <a:avLst/>
          </a:prstGeom>
          <a:solidFill>
            <a:srgbClr val="7A00E6">
              <a:alpha val="12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KEY TAKEAWAY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051560"/>
            <a:ext cx="109115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RR, OR and HR each fit a different design, and none show absolute benefit alone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238658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05840" y="233172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Relative risk fits trials and cohorts, odds ratio fits case-control studies, hazard ratio fits time-to-event data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16382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05840" y="310896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favorable relative number can still hide a small absolute benefit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394106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05840" y="388620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Always pair a relative measure with absolute risk before discussing it with an HCP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59436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NEXT LESSON  →  NNT, NNH and clinical relevance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6 — EVIDENCE-BASED MEDICINE FOR MSLS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8 / 8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Relative risk, odds ratio and hazard ratio — DMSL Course</dc:title>
  <dc:subject>PptxGenJS Presentation</dc:subject>
  <dc:creator>Albert Ruiz de la Oliva</dc:creator>
  <cp:lastModifiedBy>Albert Ruiz de la Oliva</cp:lastModifiedBy>
  <cp:revision>1</cp:revision>
  <dcterms:created xsi:type="dcterms:W3CDTF">2026-09-01T12:11:54Z</dcterms:created>
  <dcterms:modified xsi:type="dcterms:W3CDTF">2026-09-01T12:11:54Z</dcterms:modified>
</cp:coreProperties>
</file>