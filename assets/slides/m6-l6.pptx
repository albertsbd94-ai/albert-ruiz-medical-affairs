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6 · LESSON 6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Evidence-Based Medicine for MSLs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p-value and 95% CI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TOOLS, OFTEN MISREAD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Numbers Behind Every HCP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p-value and 95% confidence interval are the most cited statistics in scientific communication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are also among the most frequently misinterpreted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MSLs face technical questions about them more than almost any other topic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THE P-VALUE ASKS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Probability of a Fluke Result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p-value answers one narrow question: how likely is a result this extreme if there were truly no difference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convention, a p-value below 0.05 is called statistically significant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says nothing about the size or clinical relevance of the effect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COMMON MISREADING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Smaller P-Value Is Not a Bigger Effect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very large samples, tiny and clinically irrelevant differences can reach statistical significance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small samples, clinically important effects can fail to reach significance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p-value of 0.001 only means less likely due to chance than 0.04, not a larger effect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THE CI ADDS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Number That Does Three Jobs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95% confidence interval is the range expected to contain the true effect across repeated trials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shows effect size, precision and significance together in one view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narrower interval means a more precise estimate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the interval doesn't cross the no-effect line, the result is statistically significant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Thresholds Behind Every Trial Result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227168" cy="2651760"/>
          </a:xfrm>
          <a:prstGeom prst="roundRect">
            <a:avLst>
              <a:gd name="adj" fmla="val 4138"/>
            </a:avLst>
          </a:prstGeom>
          <a:solidFill>
            <a:srgbClr val="F5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697480"/>
            <a:ext cx="522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A0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&lt;0.05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conventional p-value threshold for statistical significance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4448" y="2377440"/>
            <a:ext cx="5227168" cy="2651760"/>
          </a:xfrm>
          <a:prstGeom prst="roundRect">
            <a:avLst>
              <a:gd name="adj" fmla="val 4138"/>
            </a:avLst>
          </a:prstGeom>
          <a:solidFill>
            <a:srgbClr val="F5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4448" y="2697480"/>
            <a:ext cx="522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8946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95%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324448" y="397764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confidence level used to bound the true treatment effect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3035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Methodological guidance increasingly favors the confidence interval over the p-value alone.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Pair Every P-Value With Context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present the p-value alongside the 95% CI and the absolute effect size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Avoid the word demonstrated when the interval is wide or borders non-significance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 ready to explain why statistical significance isn't automatically clinical relevance for one patient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Statistical significance is not the same as clinical relevance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p-value only tells you how unlikely a result is by chance, not how big it 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95% CI reveals effect size, precision and significance together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pair both with the absolute effect size before calling a result meaningful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Relative risk, odds ratio and hazard ratio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p-value and 95% CI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