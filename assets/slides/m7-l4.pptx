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Patient Registries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Registry, Precisely Defined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organized system collecting uniform data for a defined population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Defined by a specific disease, condition, or exposure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Serves a predetermined scientific, clinical, or policy purpose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AHRQ's classic definition, and a richly underused MSL tool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UNIQUE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Only a Registry Can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Maps natural history and phenotypic diversity of a disease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Especially vital in rare disease, where no single center sees enough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Sharpens case definitions, risk stratification, severity prediction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real long-term impact of preventive and therapeutic strategies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Informs clinical guidelines and health policy decisions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RARE DISEASE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Pooling Data Across Borders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Often coordinated at European or international scale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Pools patients across countries to reach a usable sample size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Considered a key evidence-based-medicine instrument in rare disease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DATA BUILDS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Longitudinal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retrospective and prospective data collection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Exams, labs, treatments, outcomes, increasingly patient-reported outcomes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quality-of-life measures alongside clinical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Reveals natural history no cross-sectional design could show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MSL OPPORTUNITIES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Registries Create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 source for identifying genuine, specific evidence gaps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natural collaboration point with scientific societies and patient groups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 secondary analyses for publications, congresses, the Medical Plan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PRACTICAL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 Your Registries, Proactively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what registries exist in your own therapeutic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who manages them and what variables they collect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how to access analyses or propose a collaboration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this as an active competency, not a reactive one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Registries capture natural history and pool rare-disease data at a scale no single study can, and MSLs should track them proactively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longitudinal design reveals what cross-sectional studies cannot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a direct route to evidence gaps and society collaborations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your area's registries is an active, ongoing competency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Real-World Evidence in Medical Strategy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Registries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