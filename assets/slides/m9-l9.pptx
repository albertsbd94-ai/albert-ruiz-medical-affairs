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9 · LESSON 9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Strategy &amp; Medical Plan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Medical KPIs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PERSISTENT CHALLENGE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Why Measuring Medical Affairs Is Different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Commercial results show up directly in sales figures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Medical Affairs value shows up in harder-to-quantify dimensions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Relationship quality, clinical understanding, and contribution to practice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requires a deliberately different measurement approach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GUIDING PRINCIPLE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KPIs Must Align with Strategy, Not Just Count Activity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Current frameworks insist KPIs must align with medical strategy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Counting MSL visits measures activity, not strategic contribution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literature flags this as one of the most common measurement traps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 INDICATORS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Activity and Interaction Metrics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Qualified interactions and coverage of priority stakeholders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Still relevant, but only as indicators of process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 the final goal of the measurement system on their own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BEYOND COUNTING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Quality, Insight, and Scientific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Insight quality is measured by whether insights drove real decisions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by how many insights were logged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Publication quality is measured by journal impact factor and citations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simply by the number of publications produced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ADVANCED FRONTIER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Outcome-Based KPIs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Observable changes in clinical practice or appropriate treatment adoption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Patient health outcomes attributable, even indirectly, to medical activity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most advanced and most demanding level of medical measurement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 UNRESOLVED CHALLENGE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Isolating Medical Affairs' Real Contribution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Many factors influence clinical practice and health outcomes at once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Isolating the specific contribution of Medical Affairs is methodologically complex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Requires combining quantitative metrics with well-documented qualitative evidence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THE MSL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Understanding the System Behind the Numbers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Goes beyond the routine activity figures you report day to day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Lets you argue the real value of your work with both data and narrative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Sets up the module's next lesson on the medical impact narrative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mature KPI system moves from counting activity to demonstrating real impact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Activity metrics are process indicators, not the end goal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Insight and publication quality matter more than raw counts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Outcome-based KPIs are the hardest to prove but the most valuable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Medical impact narrative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/ 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KPIs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