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7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to share insights internally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FINAL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Unshared Insight Has No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great insight that never reaches the right audience achieves nothing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Sharing deserves as much deliberate attention as generating and writing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distinct final step, not an afterthought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 IT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Send Insight to the Right Owner, Not Just a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observations need immediate escalation through pharmacovigilance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That's a compliance obligation, not a judgment call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Evidence gaps go to the evidence-generation team, education gaps to education planning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CRM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Database Entry Alone Is a Passive Channel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Important insights often need an active nudge to be seen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direct message or raising it in a team huddle helps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Especially critical when there's time pressure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 YOUR AUDIENCE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Frame the Same Insight Differently for Different Readers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Medical Advisor needs the full data-to-implication chain and context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cross-functional colleague needs a concise, decision-focused version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 through appropriately compliant, filtered channels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ONE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Contribute to Collective Learning, Not Just Reporting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Communities of practice check one territory's pattern against others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discussions, insight reviews and congress debriefs do this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turns individual observation into validated, aggregated intelligence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 THE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Feedback on Impact Reinforces Good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an insight visibly leads to action, tell the MSL who found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reinforces the behaviour that generates high-value insight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organisations make this feedback loop explicit, not left to chance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Insight only creates value once it reaches the right person in the right form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 insight to its proper owner, with safety escalated immediately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 the same insight differently for different internal audiences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Contribute to shared forums, and close the loop when insight leads to action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How to turn insights into strategy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share insights internally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