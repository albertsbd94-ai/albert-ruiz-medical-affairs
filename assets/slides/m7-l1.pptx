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7 · LESSON 1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Research, RWE &amp; Evidence Generation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Phases of Clinical Research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Continuum Beyond Approval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Clinical development doesn't stop at regulatory approval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runs from first-in-human studies to years post-launch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MSLs need the full picture, not just the pivotal trials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evidence-generation view lets you place any new study in context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EARLY PHASES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Reducing Risk Before Scaling 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I and II generate initial safety and tolerability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Small, tightly controlled studies with preliminary efficacy signals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Their job is to de-risk before larger investment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III delivers the confirmatory, pivotal evidence behind approval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MSLS LIVE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Evidence That Fills Your 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IIIb studies start around or after pivotal completion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explore new populations, comparators, and secondary endpoints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IV, post-marketing, answers real-practice questions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Together they generate much of an MSL's daily evidence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NEVER FINISHED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Cycle, Not a Finish 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IV findings spark new research questions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feed subgroup analyses, extension studies, new trials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Knowing the cycle helps you set honest expectations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explains why some subgroup questions still lack answers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NEWER DESIGNS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Pragmatic and Adaptive Trials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Pragmatic trials mimic real practice while staying randomized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Broader inclusion criteria and non-specialist centers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Adaptive trials adjust dose, sample size, or criteria mid-study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Adaptive designs speed development without sacrificing rigor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Mastering the Full 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Knowing the full development trajectory builds real credibility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Lets you contextualize any new publication for an HCP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Goes beyond repeating the latest study's headline data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Clinical development is a continuum MSLs must map end to end, not just the pivotal trials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IIIb and IV generate the evidence MSLs use most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cycle never stops — each phase raises new questions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Pragmatic and adaptive designs are increasingly part of that map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Investigator-Initiated Studies (IIS)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Phases of Clinical Research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2026-09-01T12:15:45Z</dcterms:created>
  <dcterms:modified xsi:type="dcterms:W3CDTF">2026-09-01T12:15:45Z</dcterms:modified>
</cp:coreProperties>
</file>