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695" y="1828800"/>
            <a:ext cx="7315200" cy="7315200"/>
          </a:xfrm>
          <a:prstGeom prst="ellipse">
            <a:avLst/>
          </a:prstGeom>
          <a:solidFill>
            <a:srgbClr val="AB30E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-2743200"/>
            <a:ext cx="4572000" cy="4572000"/>
          </a:xfrm>
          <a:prstGeom prst="ellipse">
            <a:avLst/>
          </a:prstGeom>
          <a:solidFill>
            <a:srgbClr val="7A00E6">
              <a:alpha val="7000"/>
            </a:srgbClr>
          </a:solidFill>
          <a:ln/>
        </p:spPr>
      </p:sp>
      <p:pic>
        <p:nvPicPr>
          <p:cNvPr id="4" name="Image 0" descr="/home/user/albert-ruiz-medical-affairs/scripts/slidegen/assets_dms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23774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MODULE 7 · LESSON 7 OF 10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743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Clinical Research, RWE &amp; Evidence Generation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154680"/>
            <a:ext cx="109115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The Evidence Generation Plan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0350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Digital Medical Science Liaison Course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DEFINITION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The Roadmap for Deliberate Evidence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Translates priority research questions into a coordinated set of studies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Often built directly from identified evidence gaps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Sets objectives, timelines, and owners for each activity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Ensures evidence generation follows strategy, not isolated initiatives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7 — CLINICAL RESEARCH, RWE &amp; EVIDENCE GENERATION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IT COMBINES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Four Activity Types, One Plan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Phase IIIb and IV studies covering new populations and comparators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Investigator-initiated studies answering external scientific questions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Real-world data collection and disease registry collaborations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HEOR studies supporting access and reimbursement decisions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7 — CLINICAL RESEARCH, RWE &amp; EVIDENCE GENERATION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REAL METRIC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Coherence Over Quantity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good plan isn't judged by how many studies it contains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Every activity must answer a concrete strategic question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set must balance science, market access, and clinical practice needs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7 — CLINICAL RESEARCH, RWE &amp; EVIDENCE GENERATION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BUILDING THE PLAN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Four Construction Stages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Identify and prioritize evidence gaps, with direct MSL field input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Define specific, measurable evidence objectives with a clear timeline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Design the right study type for each objective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Allocate resources, timeline, and scientific review governance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7 — CLINICAL RESEARCH, RWE &amp; EVIDENCE GENERATION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TWO MOMENTS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Where the MSL Plugs In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Gap identification: brings the systematized voice of the field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Execution and dissemination: supports investigator relationships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Helps published results reach the right scientific audience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Always through non-promotional scientific communication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7 — CLINICAL RESEARCH, RWE &amp; EVIDENCE GENERATION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WHY IT COMPOUNDS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 Cycle That Outlives Launch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Each study answering a real gap generates new evidence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New evidence often reveals new questions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That continuous cycle keeps the product scientifically relevant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Credibility extends well beyond the initial approval moment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7 — CLINICAL RESEARCH, RWE &amp; EVIDENCE GENERATION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76895" y="-2286000"/>
            <a:ext cx="6400800" cy="6400800"/>
          </a:xfrm>
          <a:prstGeom prst="ellipse">
            <a:avLst/>
          </a:prstGeom>
          <a:solidFill>
            <a:srgbClr val="7A00E6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5156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The evidence generation plan turns prioritized gaps into a coherent, resourced roadmap of studies across a product's life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238658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33172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MSL field insight shapes both gap prioritization and execution support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16382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310896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Coherence across study types matters more than sheer study count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94106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388620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Each study answered fuels the next question in a continuous cycle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9436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NEXT LESSON  →  The MSL's Role in Research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7 — CLINICAL RESEARCH, RWE &amp; EVIDENCE GENERATION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 / 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Evidence Generation Plan — DMSL Course</dc:title>
  <dc:subject>PptxGenJS Presentation</dc:subject>
  <dc:creator>Albert Ruiz de la Oliva</dc:creator>
  <cp:lastModifiedBy>Albert Ruiz de la Oliva</cp:lastModifiedBy>
  <cp:revision>1</cp:revision>
  <dcterms:created xsi:type="dcterms:W3CDTF">2026-09-01T12:15:45Z</dcterms:created>
  <dcterms:modified xsi:type="dcterms:W3CDTF">2026-09-01T12:15:45Z</dcterms:modified>
</cp:coreProperties>
</file>