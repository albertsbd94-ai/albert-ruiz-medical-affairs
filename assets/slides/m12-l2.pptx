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2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thinking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Connecting Daily Work to the Bigger Picture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thinking links daily, operational work to the broader business and product picture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separates those who just execute tasks from those who anticipate and prioritize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focus stays on what matters over the medium and long term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FLUENCY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Understand the Business Behind the Science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how drug development gets financed and how patent timing drives decisions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access and reimbursement dynamics in relevant markets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the role each function plays across commercial, market access, regulatory and pharmacovigilance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cross-functional fluency makes the medical voice more persuasive in strategy discussions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ACTIVITY, TESTED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Tie Every Activity to the Medical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investing time, ask how the activity serves the cycle's top medical priorities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Applies to KOL relationships, congress coverage and insight work alike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alternative is operating purely reactively to whatever comes 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SIGNALS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Anticipate Before Signals Become Facts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Watch for early signals: competitive shifts, emerging trends, regulatory changes under discussion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 through the implications ahead of time rather than reacting once they're settled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builds directly on the medical listening and intelligence practices from earlier modules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ADVANCED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Deciding With Incomplete Information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 among reasonable alternatives when there is no obviously correct answer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developed through deliberate practice on real decisions, not theory alone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AN INNATE TRAIT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Discipline, Refined Daily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thinking is not reserved for people already in director roles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practiced and refined in every everyday decision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Professionals who build it early consistently reach strategic responsibility faster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thinking turns daily execution into a deliberate contribution to the bigger picture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fluency lets the medical voice land more persuasively in strategy conversations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 every activity back to the Medical Plan's top priorities instead of reacting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Anticipating signals and deciding with incomplete information are trainable, practiced skills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Influence without authority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thinking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