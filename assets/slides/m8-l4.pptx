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Session tracking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CONSTRAINT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Dozens of Sessions, One Person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large congress can run dozens or even hundreds of simultaneous sessions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single MSL can attend everything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tracking turns that limit into strategic coverage instead of random attendance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Prioritize Before the Congress Starts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Must-attend: anything on your product, its comparator, or a priority KOL talk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but optional: sessions on emerging therapeutic-area trends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Coverable without attending: via a teammate's summary or the published abstract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Coordinate Coverage as a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Relevant session volume often exceeds what one MSL can cover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key sessions among the MSLs present on site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 someone to take structured notes on each 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Consolidate everything into a shared repository to avoid gaps and overlap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Structured Notes Actually Capture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core scientific message of the talk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Concrete data: effect size, population studied, comparator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Methodological limitations raised by the speaker or the Q&amp;A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Audience reaction, and any direct implication for your own product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Real-Time Capture Beats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Congress intelligence apps or simple shared templates enable live capture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Notes are timestamped, attributed, and instantly available to the team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alternative is relying on memory or notes consolidated days later, once nuance is gone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Anecdotal Attendance to Collective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Well-executed session tracking is systematic, not anecdotal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converts individual attendance into actionable scientific intelligence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intelligence serves the whole medical organization, not just the attendee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Session tracking turns limited attendance into deliberate, team-wide coverage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sessions before the congress, not while standing outside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coverage across the team and consolidate notes in one place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Structured, real-time notes beat memory every time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Poster walks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tracking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