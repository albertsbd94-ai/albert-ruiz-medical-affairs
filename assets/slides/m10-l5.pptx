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10 · LESSON 5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Omnichannel Medical &amp; Digital Opinion Leaders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Scientific content journeys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Planned Path From Interest to Depth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sequence of content pieces across formats, depth and channels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Mirrors the personalization at the heart of omnichannel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Moves an HCP from initial interest to a nuanced understanding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ONE SIZE FAILS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Different HCPs, Different Starting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HCPs sit at different points of knowledge and need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Forcing identical content on everyone wastes their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specialist and a newcomer need different starting material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can still value the same advanced content later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Layers of Depth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Introductory content sparks interest and sets context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Intermediate content covers mechanisms, evidence, comparisons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Advanced content serves publications, expert webinars, direct MSL talks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HCPs can enter or exit the journey at any layer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NON-NEGOTIABLE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Coherence Across Every Piece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pieces must rest on the same approved evidence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core scientific message stays consistent throughout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Contradictions erode HCP trust in the source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piece must also stand alone, since order isn't guaranteed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MSL'S ROLE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Recommend the Piece, Report the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Suggest the content that matches the HCP's real interest level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Flag when a conversation reveals a gap the journey doesn't cover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Closes the loop between field listening and content design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scientific content journey lets each HCP go as deep as their need requires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layers from introductory to advanced, not one-size-fits-all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piece must share the same evidence and stand on its own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both recommend content and flag missing pieces to content teams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LinkedIn for Medical Affairs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content journeys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