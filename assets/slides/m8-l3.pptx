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3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KOL meetings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DENSITY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20 to 30 Minutes That Replace Months of Visits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congress KOL meeting is often the year's densest interaction with that person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packs into 20 to 30 minutes what field visits would take months to cover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density demands preparation different from an ordinary field visit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THE MEETING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Define the Specific Purpose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this an insight-exploration conversation on a new area?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it a chance to present and discuss recent product data?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it a first contact to gauge interest in a research collaboration?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 is it maintenance of an already consolidated relationship?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purpose demands a different structure, per Module 4 exchange principles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DURING THE MEETING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 Straight to the Essential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Interruptions and packed agendas are the norm at a congress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with a question genuinely relevant to the KOL, ideally tied to their own recent 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 actively and leave deliberate space for their perspective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let the company message monopolize the limited time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MOMENT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Connect to What's Happening Right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KOL likely just left, or is heading to, a session with new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prepared MSL links the conversation to what the congress is discussing that moment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shows genuine immersion, not a fixed company agenda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THE MEETING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Document Immediately, Before Memory Fades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key points and insights right after, or as soon as possible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the insight-capture framework from Module 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Waiting until the end of the congress risks losing nuance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also risks mixing up details between different interlocutors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Congress KOL meetings pack a year's worth of relationship value into minutes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purpose defined beforehand shapes how the conversation runs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Genuine, real-time engagement beats reciting a fixed agenda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Immediate documentation is what keeps that value from being lost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Session tracking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KOL meetings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