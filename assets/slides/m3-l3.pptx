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3 · LESSON 3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KOL Mapping, Segmentation &amp; Engagement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Differences between KOL, rising star, clinical champion and scientific influencer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COMMON MISTAKE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Four Roles, Four Different Engagements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four terms are often used interchangeably in mapping work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type actually warrants a different kind of engagement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Mixing up the categories wastes time or misses real opportunity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ESTABLISHED EXPERT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Classic KOL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Broad, proven influence: publications, guidelines, trial leadership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Wide peer recognition across the therapy area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Engagement centers on mature scientific partnership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Advisory boards and sustained dialogue built over years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EARLY INVESTMENT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Rising Star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Early or mid-career, trajectory clearly ascending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Publishing increasingly influential work within a sub-specialty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yet broadly recognised as an established KOL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Engaging early builds credible relationships before competitors notice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CREDIBILITY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Clinical Champion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Advocates enthusiastically for a therapy within their own institution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 in journal clubs, tumor boards, local guideline committees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Narrower geographic scope than a KOL, but high local impact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Credibility comes from being a trusted, present colleague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 AS INFLUENCE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Scientific Influencer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Overlaps heavily with the Digital Opinion Leader concept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Influence comes from content, not institutional position or trial leadership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Widely cited papers and framing of how a debate is discussed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content that reaches and engages a wide clinical audience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Build a Deliberate, Mixed Portfolio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Sustained investment in established KOLs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Early relationship-building with credible rising stars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engagement with clinical champions to support adoption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Awareness of scientific and digital influencers shaping the conversation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KOL, rising star, clinical champion and scientific influencer each need a distinct approach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Confusing the categories leads to misallocated engagement effort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Rising stars and clinical champions matter as much as established KOLs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deliberate mixed portfolio beats chasing only the most recognisable names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Segmentation criteria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Differences between KOL, rising star, clinical champion and scientific influencer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