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12 · LESSON 4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Leadership &amp; Career Accelerator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Executive communication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DIFFERENT REGISTER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Executive Audiences Need a Different Style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conversations with a KOL allow technical depth and a progressive build-up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steering committee or senior leadership needs synthesis and immediate clarity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and attention are limited, so the format has to change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PRINCIPLE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Start With the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 with the main message and the decision or action expected, in the first seconds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inverts the usual scientific narrative that builds toward a conclusion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synthesis discipline doesn't come naturally to many technically strong professionals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MATTERS TO THEM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Strategic Relevance Over Operational Detail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Leadership needs the implications for their decisions, not every step of the process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Translate detailed field work into the language of impact and decision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the underlying rigor while cutting irrelevant detail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SHOW, DON'T OVERLOAD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Disciplined Use of Visual Aids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charts or diagrams communicate at a glance what a paragraph would take to explain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 overloading a single slide or page with information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a common gap for professionals used to dense academic publications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NON-NEGOTIABLE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Synthesis Without Sacrificing Rigor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Synthesis does not mean simplifying until precision is lost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Relevant limitations of evidence or a recommendation still need to be surfaced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what's essential for the decision, but never sacrifice scientific honesty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THE SKILL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Practice It Deliberately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Actively seek opportunities to present to leadership audiences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for specific feedback on clarity and synthesis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Critically review your own presentations before delivering them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Executive communication trades narrative build-up for immediate, rigorous synthesis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with the conclusion and the decision needed, not the supporting detail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Translate field work into impact and decision language without losing rigor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Deliberate practice with real leadership audiences is what builds this skill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Managing internal stakeholders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communication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