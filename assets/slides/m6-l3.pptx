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 · LESSON 3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 Medicine for MSLs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Observational studies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THE TRIAL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Watching Practice As It Happens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Observational studies don't assign the intervention, they observe natural clinical practice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answer questions RCTs can't or shouldn't answer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encounter this evidence constantly at congresses and in publications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DESIGNS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Cohort, Case-Control and Cross-Sectional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studies follow exposed and unexposed groups over time, comparing incidence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studies can be prospective, recruited before the outcome occurs, or retrospective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Case-control studies start from the outcome and compare cases to controls, suiting rare outcomes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Cross-sectional studies measure exposure and outcome at one point in time, a prevalence snapshot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ADVANTAGE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Closer to Real Clinical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Observational data includes comorbidities, polypharmacy and diverse patients trials tend to exclude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Valuable for understanding effectiveness rather than controlled efficacy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Detects long-term safety signals a short trial could miss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Covers rare populations or outcomes a randomized trial could never afford to study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LIMITATION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Confounding Is the Core Weakness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randomization, compared groups can differ systematically in ways that also affect the outcome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Those differences can be mistaken for a treatment effect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Multivariate adjustment and propensity score matching reduce but never fully eliminate this risk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MSL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Naming the Design, Choosing the Words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Quickly identify whether a study is cohort, case-control or cross-sectional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what question that design can reasonably answer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Communicate results as association and higher likelihood, never causality or demonstrated effect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Observational studies show what happens in real practice, not proof of cause and effect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Cohort, case-control and cross-sectional designs each answer a different kind of question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Confounding is the central limitation, and statistical adjustment only reduces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right language is association and likelihood, never causality or demonstrated effect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RWE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Observational studies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