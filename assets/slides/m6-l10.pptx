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Limitations and biases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HONEST STARTING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 Study Is Perfect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Systematically identifying a study's limitations and biases is a valuable, rarely-taught MSL skill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Communicating evidence as if it were absolute truth is a mistake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methodological honesty separates non-promotional scientific communication from a sales pitch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 TO WATCH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Selection and Confounding Bias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Selection bias happens when recruitment or inclusion criteria produce an unrepresentative sample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classic efficacy-to-effectiveness gap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Confounding bias, especially relevant in observational studies, creates an apparent association that isn't causal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adjustment and propensity score matching reduce but never fully remove this risk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 TO WATCH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Publication and Measurement Bias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 bias is the well-documented tendency for positive results to get published more often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skews the available literature toward a rosier picture than reality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Measurement or misclassification bias happens when exposure or outcome is measured inconsistently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STATISTICS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Subtle Flaws That Still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significance and clinical relevance are not the same 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differential dropout rate, too-short follow-up, or a per-protocol analysis can soften a conclusion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these necessarily invalidate a study, but all deserve mention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STANDARD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 the Limitations Section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CONSORT for trials and STROBE for observational studies require an explicit limitations section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rigorous MSL always reads that section, not just the results summary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That's where the authors themselves acknowledge what their study can and cannot claim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Transparency Builds Credibility, It Doesn't Cost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Naming a study's limitations strengthens the scientific message rather than weakening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Experienced HCPs quickly notice when only favorable data gets presented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omission, even unintentional, damages credibility over time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Transparency is the foundation of long-term trust between Medical Affairs and the medical community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Naming a study's limitations is what makes Medical Affairs communication trustworthy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Selection, confounding, publication and measurement bias each distort evidence differently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significance and clinical relevance are separate questions worth checking every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and disclosing the limitations section separates scientific communication from a sales pitch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Limitations and biases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