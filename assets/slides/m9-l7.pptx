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 · LESSON 7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Strategy &amp; Medical 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Congress plan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PLANNING, NOT JUST LOGISTICS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Deciding Which Congresses Matter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Decides in advance which congresses to attend, with what objectives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resources per congress and its connection to the plan's other levers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earlier module covered excellent execution of a single congress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lesson places that execution inside the annual strategic plan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THE CALENDAR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Mapping and Evaluating Every Event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 the full calendar: international, regional, and niche specialist events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Evaluate each by expected presence of priority KOLs and DOLs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 weigh the likelihood of relevant own or competitor data, and cost versus value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ALL CONGRESSES ARE EQUAL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Tiers of Congress Investment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presence: posters, own presentations, satellite symposia, broad team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Coverage: lighter presence focused on intelligence and selective KOL contact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Remote monitoring: no physical presence, but publications are still tracked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STAYING COORDINATED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Congress Plan Meets Publications and Stakeholders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Aligns with the publication plan so own data appears at the right congress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Aligns with stakeholder strategy so priority KOLs get coherent attention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Assigns clear responsibilities for preparation, execution, and follow-up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Isolated Events to a Coherent Sequence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Congress activity stops being a series of disconnected annual events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congress gets a clear purpose tied to the plan's strategic imperatives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return becomes something you can evaluate and improve every cycle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congress plan turns a year of events into a coordinated strategic sequence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every congress deserves the same level of investment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Investment tier depends on KOL presence, data likelihood, and cost versus value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must stay coordinated with the publication plan and stakeholder strategy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Omnichannel medical plan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Congress plan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