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9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Forest plots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THE GRAPH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Forest Plot Is the Meta-Analysis, Visualized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forest plot is the standard graphic for a meta-analysis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looks dense at first glance, but its logic is simple once learned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Reading it well separates an MSL who can hold an advanced conversation from one who repeats headlines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ANATOMY: THE STUDIES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Each Line Is One Study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horizontal line represents one study included in the meta-analysis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square marks that study's point estimate, and its size reflects its weight in the pooled result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horizontal line through the square is that study's 95% confidence interval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longer line means a less precise estimate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ANATOMY: THE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Vertical Line Marks No Effect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vertical reference line marks the no-effect value, 1 for ratio measures or 0 for absolute differences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a study's confidence interval crosses that line, it didn't reach significance on its own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ANATOMY: THE DIAMOND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Diamond Is the Pooled Result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diamond at the bottom shows the combined estimate across all studies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Its width is the pooled 95% confidence interval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the diamond doesn't cross the no-effect line, the meta-analysis is significant overall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can hold even when some individual studies weren't significant alone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HETEROGENEITY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Much the Studies Actually Disagree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Heterogeneity, reported as I-squared or Cochran's Q, shows how much variability isn't due to chance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Conventionally, I-squared above 50 to 75% signals high heterogeneity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means the included studies differ substantially in population, dose, duration or outcome definition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heterogeneity calls for caution, or a random-effects rather than fixed-effects model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FIELD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Answering Does This Meta-Analysis Hold 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 to the diamond's position and width to show the pooled effect and its precision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 on the heterogeneity between the included studies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whether one study, by its weight or characteristics, is disproportionately driving the result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forest plot's diamond and heterogeneity tell you whether a meta-analysis truly holds 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line is one study, and the diamond is the pooled result across all of them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pooled effect can be significant even when individual studies weren't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heterogeneity means the combined result should be read with real caution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Limitations and biases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plots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