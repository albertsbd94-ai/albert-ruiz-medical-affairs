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5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to write actionable insights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SEPARATE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Writing Well Is Not the Same as Generating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well-captured insight can still fail if written up poorly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Vague, buried or missing detail kills its usefulness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Writing an actionable insight deserves deliberate practice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FIVE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Written Insight Should Answer Five Things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was observed and why it matters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it affects and what action is realistically feasible now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anyone would know whether that action worked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every insight needs all five spelled out in full formal detail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 WITH THE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Put the Insight First, Not the Visit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Colleagues scanning dozens of reports need the substance up front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the insight itself in the first sentence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detail and quotes follow, they don't precede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HONEST ABOUT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State the Evidentiary Basis Explicitly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Say how many physicians, over what timeframe, how consistently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imply a broad pattern from a single conversation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Distinguish clearly between one physician and multiple independent physicians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IT LAND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Name a Next Step or Owner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concrete suggestion makes an insight far more likely to be used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flag it to the evidence-generation team for the RWE protocol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MSL isn't expected to solve it, just to point the way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FOR STRANGERS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Avoid Jargon Only Your Team Understands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 travel across functions with no first-hand context of the visit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reach Medical Advisors, evidence teams and filtered Market Access channels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writing itself must carry the full meaning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insight only works if it's written to be understood and acted on by others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with the insight itself, not the visit narrative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the evidentiary basis honestly, not an implied broad pattern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a plausible next step so the insight actually gets used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How to avoid bias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write actionable insights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