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 · LESSON 3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Foundations &amp; Strategic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evolution of Medical Affairs: from scientific support to strategic partner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OLD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 Began as a Reactive Back Office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Answered unsolicited medical questions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Reviewed promotional materials for scientific accuracy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Supported regulatory dossiers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measured by absence of problems, not positive contribution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Forces Reshaped the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Specialty, biologic and gene therapies demand deeper scientific dialogue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Payers now demand real-world outcomes data pivotal trials can't provide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Pricing pressure made scientific differentiation a key value lever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MEASURABLE SHIFT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CEO-Reporting Nearly Doubled in Four Years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F5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97480"/>
            <a:ext cx="522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0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~30%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237744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F5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4448" y="2697480"/>
            <a:ext cx="522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946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~60%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324448" y="3977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03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concrete marker of Medical Affairs' rising strategic weight — McKinsey / MAPS analysis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NEW ERA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Support Function to Strategic Partner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MAPS describes Medical Affairs as entering a "third era"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 support, then scientific engagement, now strategic partner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Leadership co-designs launch strategy and evidence plans from early development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Reactive Waits; Strategic Anticipates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Reactive professionals wait for questions and answer them accurately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professionals anticipate evidence gaps before they become urgent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structure field insights so they actually change internal decisions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can explain impact in a boardroom, not just a scientific exchange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 FROM THE FIELD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Local Strategic Positioning Drives Influence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AstraZeneca Spain case documented in scientific literature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Teams that understood the local healthcare ecosystem well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Positioned as strategic partners, not just field scientific responders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Achieved measurably greater organisational influence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YOUR CAREER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Bar Has Moved for MSLs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accuracy and compliance are the floor, not the ceiling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Advancement to Medical Advisor, Lead and Director rewards strategic thinking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field insight to the medical plan and to patient outcomes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 evolved from a reactive support function into a strategic partner that co-designs launch and evidence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forces drove the shift: complex products, payer demands, pricing pressure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CEO-reporting for Medical Affairs leaders nearly doubled between 2019 and 2023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 advancement now rewards strategic thinking, not just scientific accuracy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Medical value across the product lifecycle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Medical Affairs: from scientific support to strategic partner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