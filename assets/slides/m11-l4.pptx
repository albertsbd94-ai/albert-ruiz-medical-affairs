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Perplexity for landscape research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Real-Time Search With Native Citations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language generation with an active internet search at query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Systematically presents the specific sources behind each claim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Native, reliable citation instead of references to verify separately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Rated among the strongest research tools for academic and medical 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Mapping an Unfamiliar Landscape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what is known today about an emerging therapeutic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which companies have active development programs on a target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 treatment trends gaining traction in the clinical community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Arrive prepared for a first deep dive, with sources to verify later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STAYING CURRENT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Tracking Scientific and Competitive Updates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what has been published in the last few weeks on a comparator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Draws on active search instead of a static training cutoff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Keeps landscape awareness current between deep-dive research sessions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Source Quality Still Varies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Citing sources systematically does not guarantee source quality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 can include peer-reviewed papers and lower-rigor public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Module 6 evidence hierarchy criteria to every citation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share a clinical fact with an HCP without checking the original source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Perplexity is the fastest way to map a topic, but every cited source still needs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 early, sourced exploration of a new or fast-moving topic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citations save time but do not certify source quality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 source verification remains mandatory before HCP communication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NotebookLM for document analysis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Perplexity for landscape research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