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4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Reflective Questions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DIFFERENT 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Confirming Understanding, Not Asking New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Reflective questions show the MSL genuinely understood what the physician said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invite the physician to confirm, correct or deepen that understanding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Drawn directly from motivational interviewing, an evidence-based communication framework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OARS and the Hardest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questions, Affirmations, Reflective listening, Summarising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Reflective listening is widely described as the most crucial and most difficult skill in OARS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JUST REPEATING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Rephrase the Meaning, Not the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Verbatim repetition can feel mechanical or patronising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Rephrasing captures the underlying meaning behind what was said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gently surfaces something the physician implied but did not state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Confirms understanding while inviting elaboration or correction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PAYS 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More Insight, Same Conversation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reflecting, with occasional exploring, beats mostly informing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typically learn considerably more in the same amount of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Physicians experience it as more engaging real intellectual work, not passive listening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QUIETER BENEFIT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Reflection Slows the Rush to Rebuttal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Reflective listening naturally slows a conversation down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the temptation to jump to a data point when a concern is raised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the most effective ways to avoid drifting into the persuading mode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Practice Through Your Own Call Notes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Reflective questioning is a skill that improves with deliberate practice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call notes for moments where an informing response replaced a reflective 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for where reflection would have opened a richer conversation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Reflective questions keep a conversation two-way without adding new content, and they keep it honest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Reflecting accurately confirms understanding and invites deeper answers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surfaces more insight than informing in the same amount of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slows the rush to rebuttal, guarding against drift into persuading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Strategic questions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Reflective Questions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