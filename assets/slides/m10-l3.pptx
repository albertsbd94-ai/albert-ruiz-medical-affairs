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 · LESSON 3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Medical &amp; Digital Opinion Leaders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DOLs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DEFINING THE FIGURE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Digital Opinion Leader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HCP, researcher, or patient advocate with real scientific influence online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on LinkedIn, ResearchGate, blogs, podcasts, digital communities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Perceived by their audience as a credible scientific source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Complements and often overlaps with the traditional KOL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 VS DOL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Channel Changes, Not Necessarily the Expertise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leading KOLs are also active DOLs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KOL influences through publications, congresses, personal ties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DOL extends that influence into digital communities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reach often means broader, younger, more dispersed audiences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FINDING THEM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Mapping DOLs Takes a Different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 listening to see who drives real engagement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Co-authorship and citation analysis to verify scientific solidity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field insight on who the local community follows online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Congress visibility often signals associated digital activity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COMMON MISTAKE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Followers Are Not the Same as Influence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Anchoring bias: visibility gets confused with scientific influence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Follower count and posting frequency are not credibility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 and rigor don't always move together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the same critical thinking used to evaluate any evidence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Starting Point for This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DOLs comes before designing digital content or channels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up how content and metrics get tailored to this audience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DOL earns scientific influence online, and reach alone doesn't prove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DOLs and KOLs can overlap, but their channels and audiences differ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Mapping a DOL means checking social listening against real scientific rigor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Visibility without credibility is a bias trap to avoid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Digital medical education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DOLs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