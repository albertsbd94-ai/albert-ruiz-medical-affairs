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7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Canva AI for medical infographics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Clear Visuals for Complex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communication of evidence is a constant Medical Affairs need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Ranges from a pivotal study infographic to a congress data presentation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design tools have lowered the technical barrier to producing them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dependence on a dedicated graphic design team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Description to Draft Visual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infographic drafts, mechanism-of-action visuals, or slide templates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from a natural language description or a reference document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Drafts are then refined and verified by the MSL or scientific comms team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Frees time for refinement and verification instead of creation from scratch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 FIELD 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Support Material for Your Own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schemes to explain a complex mechanism of action in conversation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summaries of key study data to carry into a visit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material for an internal congress debrief presentation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within what internal policy allows without formal MLR review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HARD 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External or Formal Material Needs MLR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Anything distributed externally to an HCP requires full MLR review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standard applies as any other scientific material in Module 10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Ease of AI generation does not exempt it from compliance control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Skipping review exposes the MSL and the organization to real risk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ACCURACY IS HUMAN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 Generates the Form, Not the Facts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 data or scientific claim in a visual still needs full verification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generation tools do not check the accuracy of the content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Responsibility for data accuracy remains entirely human and professional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Canva AI speeds up visual drafts, but MLR review and data accuracy stay non-negotiable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 personal field-use visuals within internal policy limits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 externally distributed or formal material still needs full MLR review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MSL, not the tool, is responsible for every number and claim shown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AI agents for medical workflows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 AI for medical infographics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