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11 · LESSON 8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Medical Affairs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 agents for medical workflows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CHAT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Agents Chain Steps Without Manual Handoffs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Agents execute task sequences semi-autonomously, unlike a simple chatbot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 search, analysis, and content generation in one continuous flow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human intervention needed at each intermediate step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even more human oversight discipline than a one-off chat tool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Weekly Literature Summary,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Automatically review new publications in a therapeutic area each week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 for relevance against predefined criteria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 key data from each relevant publication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a first draft weekly summary for the field team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EMERGING 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Where Agents Are Showing Up in Medical Affairs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literature and medical listening surveillance from Module 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alerts on publications tied to priority evidence gaps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Semi-automatic first drafts of congress debrief reports from Module 8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grouping and prioritization of MSL-captured insights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GOVERNING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Human-in-the-Loop Is Non-Negotiable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Agents can run mechanical, low-risk steps on their own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 output going external, making a scientific claim, or feeding a decision needs human approval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rigor as any other AI-generated content in this module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 OF THE FIELD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Still an Active Work in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yet a fully mature, standardized practice in the sector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Teams that succeed start with low-risk, high-volume repetitive tasks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keep rigorous human review on every relevant output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document what the agent did and what review was applied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 agents extend automation further, but human-in-the-loop review scales with them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Agents chain multiple steps into one flow without per-step human input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externally facing or decision-relevant output still needs human sign-off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low-risk, high-volume tasks and document the review trail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Risks, compliance and privacy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11 — AI FOR MEDICAL AFFAIRS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for medical workflows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2026-09-01T12:14:23Z</dcterms:created>
  <dcterms:modified xsi:type="dcterms:W3CDTF">2026-09-01T12:14:23Z</dcterms:modified>
</cp:coreProperties>
</file>