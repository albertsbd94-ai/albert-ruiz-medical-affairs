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11 · LESSON 10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for Medical Affairs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How to build an AI Medical Affairs Operating System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Individual Tools to One Coherent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lesson integrates the module's tools into a personal AI operating system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coherent set of tools, habits, and safeguards used consistently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Goal: amplify productivity without ever compromising rigor or security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COMPONENT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Match Each Tool to Its Best Task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591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Avoid the common error of using one generic tool for everything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53512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Perplexity for initial, current landscape exploration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684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758184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NotebookLM for deep work on a defined set of your own documents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77316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62856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Consensus, Elicit, and Scite for structured evidence search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577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5367528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 for long-document analysis, ChatGPT for strategic thinking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COMPONENT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Verification as a Habit, Not a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AI-assisted clinical claim is checked against the primary source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Applied before communicating anything to an HCP, without exception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Uses the evidence hierarchy and critical thinking criteria from Module 6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COMPONENT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Information Governance by Default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 what data each tool's privacy settings allow you to enter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Follow internal organizational policy for every tool used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precaution by default whenever data sensitivity is unclear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COMPONENT FOUR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Keep Your Own Knowledge Current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generative AI landscape evolves at considerable speed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capabilities, tools, and risks emerge constantly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Periodic time invested in updating tool knowledge protects your edge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BIGGER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Continuous Habit, Not a One-Time Project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Building this system is ongoing professional practice, never finished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Frees time for what no AI tool can replace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Expert scientific judgment, trusted human relationships, ethical responsibility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disciplined personal AI operating system amplifies an MSL without ever replacing human judgment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Match each tool to its strongest task instead of relying on one generic tool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Make source verification and information governance automatic habits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updating your own knowledge as the AI landscape keeps changing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build an AI Medical Affairs Operating System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2026-09-01T12:14:23Z</dcterms:created>
  <dcterms:modified xsi:type="dcterms:W3CDTF">2026-09-01T12:14:23Z</dcterms:modified>
</cp:coreProperties>
</file>