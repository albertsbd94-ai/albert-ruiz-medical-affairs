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5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education plan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PURPOSE &amp; PLACE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Closing Knowledge Gaps, Not Selling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Closes knowledge gaps in the clinical community through non-promotional activities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Covers disease understanding, mechanism of action, diagnostics, appropriate use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of three tactical vehicles, alongside the publication and congress plans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IT STARTS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Identifying Educational Gaps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MSL-collected insights from the field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Formal surveys of healthcare professionals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Recurring questions observed at congresses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Utilization data suggesting suboptimal use driven by lack of knowledge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MATCHING FORMAT TO AUDIENCE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Channels for Medical Education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Accredited CME/CPD programs for institutional credibility and broad reach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Webinars and virtual sessions for dispersed audiences at lower cost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Satellite symposia that leverage concentrated congress audiences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asynchronous content: videos, infographics, e-learning platforms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NON-NEGOTIABLE 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Independence from Promotional Content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 be based on balanced evidence, including limitations and alternatives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and supervised by medical and scientific professionals, not Commercial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Follows the same non-promotional principles as all Medical Affairs communication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explicitly regulated, with accreditation and funding transparency rules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Role in Design, Delivery, and Sometimes the Podium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concrete training needs in your own territory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expert speakers with the organizers of educational activities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Occasionally contribute as a speaker within the non-promotional framework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OPEN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Measuring Impact Beyond Attendance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Attendance figures alone don't show whether the activity changed anything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real goal is a measurable change in understanding or clinical practice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measurement challenge is picked up in this module's KPI lesson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medical education plan closes clinical knowledge gaps through non-promotional formats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starts from identified educational, not scientific, gaps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Format choice depends on audience reach, cost, and accreditation needs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Its independence from promotional content is strict and often regulated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Publication plan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education plan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