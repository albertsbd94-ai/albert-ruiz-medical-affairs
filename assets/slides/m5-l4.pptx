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 · LESSON 4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Insights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to capture insights during a visit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TIMING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Capture Starts During the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degrades fast, and specific phrasing is lost first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Reconstructing a conversation afterward loses the details that carry meaning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capture begins in the room, not back at a desk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FOUNDATIONAL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Lightweight Notes That Don't Break Rapport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Writing everything verbatim pulls focus and makes physicians guarded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key phrases, specific numbers, examples and anything unexpected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it quick enough not to break eye contact for long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SECOND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Separate What Was Said From What You Think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 direct quotes and paraphrases distinctly from personal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Interpretation added later, once memory blurs, is far less reliable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the split explicit in the moment, not afterward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THIRD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Specificity Beats Generalisation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vague concern is far less useful days later than a specific 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the exact finding, the numbers, the direct question asked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Specificity determines whether it becomes a grounded insight or stays vague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SAME-DAY FOLLOW-THROUGH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Develop Rough Notes While Memory Is Fresh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the notes the same day, ideally right after the visit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Fill in context and start applying the data-to-implication framework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Delaying even a few days measurably degrades accuracy and completeness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VS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Technology Speeds Writeup, Not Listening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CRM platforms and AI transcription tools reduce the writeup burden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do not replace listening carefully and noting specifics in the moment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tools only work faster once good raw material already exists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Good insight capture happens live, separates fact from interpretation, and stays specific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key phrases and specifics during the conversation, not after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quotes and interpretation visibly distinct in the moment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notes the same day while the conversation is still fresh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How to write actionable insights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capture insights during a visit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