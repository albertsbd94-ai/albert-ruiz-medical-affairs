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9 · LESSON 10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Medical Strategy &amp; Medical Plan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impact narrative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BEYOND THE NUMBERS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Affairs Must Own Its Value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impact narrative is the structured, data-backed account of the function's value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explains contributions to clinical decisions, evidence, and patient outcomes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Affairs must define its own impact metrics and own that narrative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Rather than letting Commercial or Finance define success by default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TWO KINDS OF EVIDENCE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Combining Quantitative Data and Qualitative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KPIs provide objectivity and comparability, but rarely tell the full story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case where an MSL insight changed a study's design adds real context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KOL testimonial about a collaboration makes the impact memorable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METHODOLOGICAL DISCIPLINE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Correlation Is Not Attribution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easy to show medical activity and good outcomes coexist in time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much harder to prove medical activity directly caused those outcomes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honest narrative acknowledges that limit rather than overselling causality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same discipline a rigorous MSL applies to clinical evidence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TO STRUCTURE 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Value-Chain Narrative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from the activity performed, such as insights on an evidence gap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Show the strategic decision that activity informed, such as a new study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Close the loop with the documented outcome, when it can be shown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FOR THE MSL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Good Documentation Is the Raw Material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Contributing isn't extra work on top of the job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It's the natural extension of documenting insights and results well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well-documented field case can become the example that proves the value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Medical Affairs proves its value by owning a disciplined, evidence-backed impact narrative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Quantitative KPIs and qualitative cases work together, not separately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credible narrative distinguishes correlation from proven attribution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Well-documented field work is the raw material the whole narrative depends 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9 — MEDICAL STRATEGY &amp; MEDICAL PLAN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impact narrative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