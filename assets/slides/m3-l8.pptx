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3 · LESSON 8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KOL Mapping, Segmentation &amp; Engagement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Longitudinal, value-based relationships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BIG SHIFT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From Transactional Contact to Real Relationships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industry is moving away from product-cycle-driven engagement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Toward relationships sustained over years with genuine mutual value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activity that spikes around a launch and fades afterward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FAMILIAR PATTERN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How Transactional Engagement Damages Trust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Intense activity before and after launch, then a sharp drop-off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Revived years later when a new indication creates fresh urgency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Experienced KOLs notice when engagement tracks the commercial calendar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wastes the compounding value a real long-term relationship builds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DIFFERENTLY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a Longitudinal Relationship Looks Like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Starts from what the expert actually needs over their whole career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Sustained regardless of where a product sits in its lifecycle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Continued meaningful dialogue even in a year with no new data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Supporting a rising star's research before it touches any product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OTHER HALF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Value-Based Means Genuine Reciprocity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Frequency of contact alone is persistence, not real strength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Value can mean access to unpublished data through proper channels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 connections to other researchers and investigators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 simply consistently excellent, well-prepared scientific dialogue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BRINGING IT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Connective Thread of This Module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Extends accurate identification, segmentation and a deliberate plan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Requires discipline to keep investing during quiet periods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Builds the trust that makes every future scientific exchange more valuable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Longitudinal, value-based relationships replace transactional, launch-driven engagement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Sustained scientific dialogue must continue outside the launch cycle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 value must be reciprocal, not just frequent contact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discipline is the connective thread across every skill in this module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Longitudinal, value-based relationships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