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2 · LESSON 1 OF 8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Modern MSL Role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What a Medical Science Liaison actually does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CORE DEFINITION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Field-Facing Scientific Expert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MSLs are Medical Affairs' field-facing scientific experts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They build peer-to-peer relationships with physicians and researchers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They translate clinical evidence into non-promotional dialogue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Value comes from scientific credibility, not from selling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2 — THE MODERN MSL ROLE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FOUR PILLARS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What Fills an MSL's 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Scientific exchange with KOLs and treating physicians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Insight generation — capturing what experts say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Support for evidence generation — investigators, registries, RWE gaps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Internal support — medical questions, advisory boards, material review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2 — THE MODERN MSL ROLE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EXPERTISE BEHIND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Deep Science Meets Field 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Most MSLs hold a PharmD, PhD, MD or equivalent degree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role combines scientific depth with relationship-driven field work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volume or revenue target, unlike a sales representative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Trained to give balanced answers, including unfavourable data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2 — THE MODERN MSL ROLE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 THE WORK HAPPENS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Territory Is the Office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MSL's office is hospitals, academic centers, clinics and virtual rooms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Medical Advisors and Medical Information typically work from a fixed location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That field presence is what makes peer-to-peer trust possible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2 — THE MODERN MSL ROLE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COMMON MISTAKE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Not a More Scientific Sales Rep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New MSLs often frame the role as sales with a science degree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That framing gets the role backwards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Being a trustworthy scientific resource comes first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Commercial benefit is a downstream consequence, never the stated goal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2 — THE MODERN MSL ROLE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MSL role is built on scientific credibility, not on selling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role rests on four pillars: exchange, insight, evidence support, internal support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Deep scientific training plus field-based relationship work sets MSLs apart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Any commercial benefit follows credibility, it is never the objective itself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Difference between MSL, Medical Advisor and Medical Manager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2 — THE MODERN MSL ROLE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a Medical Science Liaison actually does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2026-09-01T12:11:53Z</dcterms:created>
  <dcterms:modified xsi:type="dcterms:W3CDTF">2026-09-01T12:11:53Z</dcterms:modified>
</cp:coreProperties>
</file>