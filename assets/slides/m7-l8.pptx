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7 · LESSON 8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Research, RWE &amp; Evidence Generation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MSL's Role in Research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CONSOLIDATE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Role Often Misunderstood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 lessons covered IIS, observational studies, registries, evidence plans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lesson consolidates the MSL's global research function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It's one of the most frequently misread parts of the role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Misread both inside and outside the organization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THE MSL'S JOB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Three Things the MSL Doesn't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Does not design studies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Does not statistically analyze data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Does not decide what research gets funded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Those belong to clinical research, biostatistics, and medical strategy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IRREPLACEABLE PART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Connection Node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 links field scientific reality to the org's evidence machinery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 concrete capabilities define this, per MSL Society frameworks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None of them involve designing or deciding the science itself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CAPABILITIES ONE AND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Listening, Then Guiding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 scientific listening captures hypotheses and unresolved problems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Systematic capture is the first layer of MSL research value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 orientation helps investigators formalize a study idea correctly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ever influencing the proposal's scientific content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CAPABILITIES THREE AND FOUR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Facilitating and Feeding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Facilitates the link between investigators and internal teams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Clinical research, HEOR, and regulatory affairs, with proper documentation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Feeds evidence planning with aggregated field intelligence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Arguably the most strategic of the four capabilities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USEFUL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MSL and CRA, Complementary Roles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CRA ensures operational execution and regulatory compliance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 brings scientific context and a trusted investigator relationship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 connects that research to broader medical priorities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two roles are complementary, never interchangeable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THE LIMITS MATTER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Precision Protects Credibility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Knowing these limits lets an MSL contribute without overstepping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Avoids drifting into commercial influence or scientific design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Precision here preserves the integrity of the whole function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MSL's research role is connection, not design: listening, guiding process, facilitating relationships, and feeding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Study design, data analysis, and funding decisions sit elsewhere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 capabilities define the role, none of them scientific control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MSL-CRA comparison shows complementary, not overlapping, value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Collaborating with Investigators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MSL's Role in Research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2026-09-01T12:15:45Z</dcterms:created>
  <dcterms:modified xsi:type="dcterms:W3CDTF">2026-09-01T12:15:45Z</dcterms:modified>
</cp:coreProperties>
</file>