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2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Pre-congress preparation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 MOST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Preparation Decides the Value You 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Preparation is the single biggest driver of congress value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time window is short and KOL agendas fill weeks ahead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Improvising on the ground means arriving late to the best opportunities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Map Your Objectives and Your People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the priority KOL and DOL list likely to attend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 who to see first and start coordinating meetings early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Speaker and leader agendas fill fast, so waiting costs you the meeting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on the CRM and KOL mapping system kept updated year-round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Immerse Yourself in the Scientific Program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the full program: plenaries, oral communications, posters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abstracts released weeks in advance where available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Anticipate what new data will be presented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 informed questions instead of reacting on the spot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Align the Internal Team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the Medical Affairs pre-congress briefing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 MSLs and stand or communications staff share one narrative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approved data, same approved language across the team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Prevents inconsistent messages that damage credibility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Sort Logistics and Materials in Advance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 up approved scientific materials: FAQs, backup literature, decks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congress-specific compliance rules on HCP interaction and hospitality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movement between sessions in a schedule with constant overlap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Preparation Is What the KOL Actually Feels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well-prepared MSL uses limited time far more effectively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KOL senses the conversation was designed specifically for them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feeling alone strengthens the scientific relationship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happens before the congress determines what you get out of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Mapping people and content early beats improvising on site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Internal alignment protects the organization's scientific credibility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Logistics and materials prep frees up time for what actually matters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KOL meetings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Pre-congress preparation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