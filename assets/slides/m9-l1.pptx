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Medical Plan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Medical Plan Defined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central strategic document for a product or therapeutic area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medical equivalent of a business plan for Commercial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States what to achieve, with whom, through what activities, with what indicators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Spans an annual cycle within a multi-year, product-lifecycle vision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MAPS FRAMEWORK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Phases of Medical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Situation analysis: disease landscape, competitive position, stakeholder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strategy: a clear vision, strategic objectives, and key drivers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Tactical plan: prioritized initiatives with owners, timelines, success criteria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BUILT IN ISOLATION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Plan Fed by the Whole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Draws on evidence gap analysis, KOL mapping, field insights, congress intelligence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Those inputs come from earlier modules of this course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feeds and coordinates the evidence, publication, education, and congress plans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Those component plans are covered later in this same module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CRITICAL DISTINCTION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Plan vs Commercial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is organized around sales volume and market share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Medical Plan is organized around scientific objectives and medical value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 evidence gaps, building quality relationships, rigorous evidence generation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distinction justifies Medical Affairs' independence and non-promotional nature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Connecting Daily Work to Global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 full architecture, not just the tactical part you execute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your daily activity to the product's global strategy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you explain the purpose behind every visit, insight, and collaboration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Medical Plan turns medical strategy into an executable, measurable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mirrors a business plan but is built around medical value, not sales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Situation analysis, strategy definition, and tactical planning are its three phases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connects to every other component plan covered in this module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Strategic imperatives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Medical Plan 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