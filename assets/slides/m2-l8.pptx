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2 · LESSON 8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Modern MSL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MSL as strategic medical partner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Field Scientist to Strategic Partner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modern MSL shapes evidence-generation strategy, not just executes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shift mirrors Medical Affairs' broader evolution covered in Module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reactive support function to strategic pillar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Identify Gaps, Don't Wait to Be Told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strategic MSL doesn't wait for a Medical Advisor to define the questions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actively identify where the organisation's evidence base has gaps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design scientific-exchange priorities around closing those gaps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Coordinated with the broader Medical Plan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INSIGHT COUNTS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Treat Insight as a Strategic Input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significant field insight is a potential input to strategy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just a data point to log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strategic MSL can clearly explain why an insight matters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what decision it should inform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THINKING WIDER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Beyond Your Own Territory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Recognise patterns relevant across a region or therapeutic area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Contribute to internal communities of practice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how local intelligence fits the company's global strategy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 REPLACEMENT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Fundamentals Are the Entry Price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every MSL needs to become a strategist overnight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Accurate exchange, territory discipline and documentation still matter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are the entry price, not the ceiling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DIFFERENTIATOR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Always Ask the "So What"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just what a KOL said, but what it means for the evidence agenda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just how many visits happened, but what changed as a result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what distinguishes the MSLs who progress fastest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modern MSL earns a seat in strategy by acting like a partner, not an executor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MSLs proactively close evidence gaps instead of waiting to be asked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connect local territory intelligence to the company's broader strategy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fundamentals remain the foundation everything else is built 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2 — THE MODERN MSL ROLE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MSL as strategic medical partner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