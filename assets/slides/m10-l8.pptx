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10 · LESSON 8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Omnichannel Medical &amp; Digital Opinion Leaders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Digital metrics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CONCEPTUAL LEAP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Vanity Metrics Say Little About Real Value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Followers, views and clicks are easy to obtain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say little about actual scientific value generated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measurement connects activity to understanding, relationship, decisions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leap already required for medical KPIs elsewhere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LEVEL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Activity Metrics Confirm Reach, Not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rates, clicks, view time and completion are useful process signals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confirm content arrives and gets some interaction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Relying on them alone gives an incomplete picture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Risks optimizing for what's easy to measure, not what matters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LEVEL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Does the Journey Actually Deepen?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Does an HCP move from introductory to deeper content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Does digital content show up as more informed questions in visits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Does combining channels build more relationship and trust over time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Compares real journey quality, not isolated channel activity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LEVEL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Hardest Link: Content to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Tries to connect digital exposure to real changes in clinical practice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Still the least established level in current industry practice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Requires careful evaluation design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Shares the same causal attribution limits as any impact narrative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Judge Tools by Impact, Not Reach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these levels beyond surface reach numbers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 the real effectiveness of digital tools you recommend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Bring field perspective so teams prioritize impact over volume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Real digital measurement moves past vanity metrics toward journey quality and practice impact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rates and clicks confirm reach but not scientific value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Journey-level metrics show whether interest is genuinely deepening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Linking digital exposure to practice change is the hardest, rarest level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Digital compliance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metrics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