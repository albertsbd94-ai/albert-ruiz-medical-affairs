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omnichannel medical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Continuous Scientific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HCP sits at the center of the communication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visits, email, digital content, webinars and congresses coordinate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touchpoint builds on the last instead of repeating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HCP experiences one conversation, not scattered messages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HCPs Already Behave Omnichannel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information consumption is increasingly fragmented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quick mobile read between consults, a webinar at night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conversations reserved for trusted, complex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 changed first, strategy is catching up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Coordination, Not Just More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on interests and prior interactions is shared across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Content, sequence and format adapt to what is already known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alternative is the same generic message on every channel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Building Blocks Behind Real Omnichannel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unified HCP view, usually through a shared CRM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interactions logged, not just commercial contacts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 planning integrated into one medical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separation between non-promotional and commercial communication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Omnichannel Enriches the Personal Relationship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what content an HCP already consumed before a visit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Anticipate the questions they may want resolved in person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 digital content that extends the visit afterward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personal relationship stays the core, not replaced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Omnichannel medical coordinates every channel around one continuous HCP conversation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means messages build on each other, not repeat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shared CRM and one medical plan make coordination possible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and commercial data must stay clearly separated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 between multichannel and omnichannel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omnichannel medical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