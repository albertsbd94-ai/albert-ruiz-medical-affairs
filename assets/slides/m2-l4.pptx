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4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Territory ownership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Run Your Territory Like a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 deliberately who deserves sustained attention and who doesn't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 which interactions genuinely need to happen in person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opposite of a reactive calendar that just fills 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 the Full Landscape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every institution, investigator and emerging expert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the names already familiar from handover notes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directly to KOL segmentation and mapping in Module 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a Prioritised Engagement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Decide which relationships need quarterly in-person contact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can run on lighter-touch virtual engagement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are emerging opportunities worth early investment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where evidence-generation priorities meet the map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PRACTICAL 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Logistics That Make Field Work Sustainable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 planning and congress calendars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Balancing time so no region gets neglected for months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Protecting unscheduled time to properly process insights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decisions are strategic, not just logistical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IT ALIVE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 the Plan on a Fixed Cadence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quarterly against what actually happened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whether engagement matched the plan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whether new insights should reshape next quarter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Territory ownership is continuous, not a one-time onboarding task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Owning a territory means running it as a deliberate, evolving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good map of who matters and why comes before any engagement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plan balances in-person, virtual and emerging relationships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gets reviewed and updated on a fixed cadence, not left to go stale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Scientific exchange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Territory ownership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