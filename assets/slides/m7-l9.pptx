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7 · LESSON 9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Research, RWE &amp; Evidence Generation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Collaborating with Investigators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Collaboration Quality Drives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Determines both study success and how the company is seen locally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a one-off event but a relationship sustained over time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Needs clear rules protecting independence and ethical integrity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 THE INVESTIGATOR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Understand the Research Agenda 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questions genuinely interest them, and at what career stage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resources they have: time, team, funding, patient access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kind of support could actually move their research forward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through longitudinal, genuine scientific exchange, not one talk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SETTING EXPECTATIONS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MSL as Process Facilitator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Explains the formal steps to submit a proposal, typically via IIS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Shares the review committee's criteria and realistic timelines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Clarifies what support the company can and cannot offer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States upfront that approval rests on independent scientific review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DURING THE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Support Without Interference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facilitate access to relevant literature and product context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connect investigators working on similar questions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through approved channels only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touches data analysis or results interpretation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 PUBLICATION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Collaboration Doesn't End There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can help results reach the right scientific audience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Congress presentations, non-promotional discussion, publication plans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respecting the investigator's authorship and intended message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Valued Partner, Not a Processor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Genuine scientific interest plus process transparency builds trust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Strict respect for ethical limits is non-negotiable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Together they make the MSL a long-term valued research partner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Strong investigator collaboration is built on genuine interest, transparent process, and strict respect for scientific independence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the investigator's real agenda comes before any ask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facilitates process and support but never the science itself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relationship continues through publication, not just approval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Good Scientific and Ethical Practice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Collaborating with Investigators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2026-09-01T12:15:45Z</dcterms:created>
  <dcterms:modified xsi:type="dcterms:W3CDTF">2026-09-01T12:15:45Z</dcterms:modified>
</cp:coreProperties>
</file>