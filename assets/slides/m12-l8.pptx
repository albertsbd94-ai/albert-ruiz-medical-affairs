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Interviewing for MSL and Medical Advisor roles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Predictable, Four-Stage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initial phone screening interview usually comes 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deeper interview with the hiring team follows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Psychometric aptitude and work-style tests are common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final stage often includes a clinical presentation and a role-play simulation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ROLE-PLAY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Prepare for the KOL Visit Simulation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panel evaluates conversational skill, not just scientific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scientific exchange and active listening principles from earlier in the course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a sales pitch disguised as scientific conversation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Experienced evaluators spot that error easily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CLINICAL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Choose a Topic That Shows Depth and Clarity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a topic that demonstrates both scientific depth and clear communication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it using the executive communication principles from this module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the central message and use well-selected, visually clear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ready to defend methodology and limitations under follow-up questions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 CURRENT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Updated Sector Knowledge Sets Candidates Apart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recent drug approvals, notable congress abstracts and indication expansions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Concrete, current references demonstrate genuine active interest in the field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Recruiters consistently value this over purely theoretical knowledge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TURN TO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Questions to the Interviewer Signal Judgment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genuinely about career progression opportunities within the organization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how success is measured in the role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about the product's Medical Plan structure and priorities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signals strategic reflection, not just interest in any open position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Interview Applies the Whole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Preparing this thoroughly is not an isolated exercise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practical application of nearly every competency built throughout this course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Interview preparation is a live rehearsal of nearly every skill this course has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role-play tests genuine scientific exchange, not a disguised sales pitch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clinical presentation should apply executive communication principles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sector knowledge and thoughtful questions signal real, active interest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Professional development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Interviewing for MSL and Medical Advisor roles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