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5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centricity and health value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THE SLOGAN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Centricity Has a Precise Working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organizational culture that places patients at the centre of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Responds to needs patients articulate themselves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drives legitimate business outcomes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Changes what counts as good scientific work for Medical Affairs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Thinking About the Pill to Thinking About Health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Considers the physical, mental, social and emotional sides of a condition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drug can hit its trial endpoint and still fail patients in daily life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hear directly from clinicians how treatment plays out for real patients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Health Value Means More Than "Does It Work"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Asks whether the drug improves outcomes and experience patients care about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Delivered in a system that can sustain that improvement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Patient-reported outcomes and quality-of-life measures make it measurable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Ways It Changes an MSL's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Adherence-barrier or subgroup observations count as valuable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Justifies partnering with patient advocacy groups where compliant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Reshapes evidence-generation priorities to include patient-reported endpoints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Ask What the Conversation Changes for the Patient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patient centricity genuinely operational, not decorative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scientific exchange should trace back to the patient behind the prescription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centricity reframes medical value around what actually matters to patients, not just trial endpoints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value means outcomes and experience, not only efficacy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Adherence and quality-of-life observations are genuine medical insights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scientific exchange should trace back to patient impact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Affairs as a translator between science, clinical practice and strategy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centricity and health value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