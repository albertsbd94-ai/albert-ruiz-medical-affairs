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 · LESSON 8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 Medicine for MSLs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NNT, NNH and clinical relevance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TRANSLATING TRIAL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Many Patients to Treat for One Benefit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needed to treat, NNT, is how many patients must be treated for one to avoid the event, versus control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Number needed to harm, NNH, is how many must be treated for one additional adverse effect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translate trial results into a practical, bedside decision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FORMULA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NNT Is the Inverse of Absolute Risk Reduction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NNT equals 1 divided by the absolute risk reduction between control and treated event rates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makes NNT highly sensitive to the population's baseline 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relative risk can produce very different NNTs depending on baseline event frequency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THE NUMBER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Low NNT Means an Efficient Treatment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F5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697480"/>
            <a:ext cx="522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A0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NNT 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treatment is highly efficient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2377440"/>
            <a:ext cx="5227168" cy="2651760"/>
          </a:xfrm>
          <a:prstGeom prst="roundRect">
            <a:avLst>
              <a:gd name="adj" fmla="val 4138"/>
            </a:avLst>
          </a:prstGeom>
          <a:solidFill>
            <a:srgbClr val="F5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24448" y="2697480"/>
            <a:ext cx="522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8946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NNT 200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324448" y="3977640"/>
            <a:ext cx="48614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 benefit, but diluted across many patients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3035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statistically significant benefit can look very different in practice.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CLINICIANS LIKE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Absolute Effect in Plain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NNT communicates absolute effect size in language any clinician can interpret directly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Relative measures like RR or HR can make a small absolute benefit sound bigger than it is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Current guidance recommends reporting NNT and NNH alongside relative measures, especially for non-specialists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LIMITS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NNT Doesn't Travel Well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only valid for the follow-up period of the original study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specific to the population studied, so a very different baseline risk can mislead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 a population average, it says nothing about one individual patient's probability of benefit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CONSULT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Balance Benefit Against Harm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Present the NNT of the main benefit alongside the NNH of the most relevant adverse effect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lets the HCP see both sides of the risk-benefit balance in the same numeric language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balanced framing makes a genuinely informed conversation with the patient possible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NNT and NNH turn statistics into a bedside risk-benefit conversation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NNT is the inverse of absolute risk reduction, and depends heavily on baseline risk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low NNT means an efficient treatment, a high NNT means a diluted benefit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Pairing NNT with NNH gives an HCP both sides of the risk-benefit balance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Forest plots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NNT, NNH and clinical relevance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