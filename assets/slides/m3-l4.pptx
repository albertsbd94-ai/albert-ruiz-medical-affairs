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4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Segmentation criteria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Sorting Experts by Consistent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Segmentation sorts territory experts into meaningful tiers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defined, consistent criteria, not who is easiest to reach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engagement effort be allocated deliberately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DIMENSIONS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Segmentation Actually Measures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influence: publications, trial leadership, guidelines, congresses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influence: reach, engagement quality, community trust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relevance: fit with current therapeutic priorities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stage: established, early, or not yet engaged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PRACTICAL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Three-Tier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1: broadest, most established influence, shapes national practice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1 engagement often involves senior Medical Affairs leadership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2: respected regional or national experts needing local context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3: emerging experts and clinical champions with local influence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BY TIER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Each Tier Actually Needs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1: advisory boards, trial-design input, sustained partnership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2: help translating global evidence into local guideline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3: relationship-building and disease-state education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RIGOR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Consistency Protects Scarce Time and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 criteria applied consistently, not decided meeting by meeting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Reserves scarce senior time for the experts who truly warrant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Creates a defensible, compliance-friendly rationale for engagement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Segmentation Needs Field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one-time exercise handed down from headquarters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Territory-level judgment keeps the model accurate over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up the next lesson on advanced KOL mapping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Segmentation allocates engagement effort deliberately, using consistent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influence, digital influence, strategic relevance and relationship stage all count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three-tier model matches engagement intensity to each tier's real needs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Field-level judgment keeps segmentation accurate, not headquarters alone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Advanced KOL mapping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Segmentation criteria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