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2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Investigator-Initiated Studies (IIS)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an IIS Actually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Investigator or institution designs, leads, and sponsors the study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Company may fund it or supply study medication, or both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scientific and editorial control stays with the investigator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of the most valuable evidence sources for Medical Affairs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MSL'S FUNCTION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Interface, Guide, and Relationship Manager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bridges field science and the company's internal evidence agenda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Identifies a genuine investigator interest in a research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Recognizes whether it fills a real, uncovered evidence need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Helps the investigator navigate the formal IIS submission process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Carries field learning back to internal evidence and strategy teams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NON-NEGOTIABLE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Ethical Lines an MSL Cannot Cross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explain process, eligibility, and submission timelines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Cannot influence the study's scientific design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Cannot make support conditional on favorable results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Cannot factor in commercial decisions about prescriber-investigators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Request to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591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Investigator submits a formal IIS request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53512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internal committee, separate from commercial, reviews 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9684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758184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Reviewers assess scientific relevance and methodological feasibility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77316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562856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Alignment with company evidence priorities is also weighed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44168" y="5367528"/>
            <a:ext cx="10207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 or denial follows documented, auditable criteria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 Contribution, Preserved Independence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Supporting IIS well is one of an MSL's most tangible contributions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Connects genuine clinical questions to company funding and product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Investigator independence is what gives the study its credibility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IIS studies convert genuine investigator questions into credible evidence, with the MSL as facilitator, not scientific director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guides process without touching scientific design or outcomes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Ethical separation from commercial protects the study's credibility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Independent review committees decide approval, not the MSL relationship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Observational Studies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Investigator-Initiated Studies (IIS)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