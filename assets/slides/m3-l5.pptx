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3 · LESSON 5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KOL Mapping, Segmentation &amp; Engagement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Advanced KOL mapping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LIST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Mapping the Network, Not Just the Names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mapping identifies who the influential experts 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mapping visualises how experts relate to and influence one another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then accounts for the network, not isolated individuals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Relationships Are the Real Content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Identifies, profiles and visualises experts and influence networks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who trains under whom and who co-authors with whom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shared committees and who amplifies whose digital content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Notes which regional experts defer scientifically to national ones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Practical Payoffs of Network Mapping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Reveals indirect influence through a central network position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Clarifies where real consensus exists versus real disagreement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Shows likely cascade effects when a Tier 1 opinion shifts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Advanced Mapping Draws 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Bibliometric and citation data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Congress and society participation records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trial investigator databases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engagement data covering the DOL dimension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EDGE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Intelligence No Database Provides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Knowing who a KOL actually trusts and listens 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Spotting rising credibility before it shows up in publication metrics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Recognising when a senior name has limited real prescribing influence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 works best as structured data plus genuine field knowledge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Advanced mapping visualises how KOLs influence each other, not just who they 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position can matter as much as individual recognition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data sources combine with real field intelligence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 reveals cascade effects when a top-tier opinion shifts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KOL engagement plan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3 — KOL MAPPING, SEGMENTATION &amp; ENGAGEMENT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KOL mapping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