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7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Handling Scientific Objections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DEFINING THE MOMENT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Objection Is a Position, Not an Obstacle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moment of genuine skepticism, disagreement or alternative interpretation of the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competing trial, a generalisability concern, a different clinical read on the same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it's handled is one of the clearest tests of whether exchange is genuine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WRONG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Sales Objection-Handling Doesn't Belong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objection-handling literature comes from a sales context built to move toward a purchase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Structurally inappropriate for non-promotional, balanced scientific exchange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Importing it risks exactly the drift from exploring into persuading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Reflect Before Responding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 fully and reflect the objection back accurately before responding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Confirms real understanding of what was actually said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Avoids the common failure of answering an easier, different version of the concern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Engage With the Substance Honestly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Acknowledge a concern directly when it is grounded in real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"That's a fair point, and here's what the evidence does and doesn't tell us"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credibility depends on not defending every data point reflexively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Add Context Without Overclaiming Resolution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study design or population differences where they genuinely help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 clear about what is and is not yet known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imply an objection has been overcome if real uncertainty remains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VALUABLE 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Unresolved Is Sometimes the Right Ending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objection can end in a captured insight rather than a resolution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genuine, unresolved scientific disagreement is valuable field intelligence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Flagging the gap internally often beats an improvised answer on the spot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Objections are handled by listening and engaging honestly, never by overcoming them like a sales pitch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 the objection accurately before responding to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Acknowledge real limitations instead of defending every data point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honest, unresolved disagreement can be more valuable than a improvised answer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Medical closing and follow-up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Scientific Objections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