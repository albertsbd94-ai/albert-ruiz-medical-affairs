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11 · LESSON 6 OF 10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for Medical Affairs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Consensus, Elicit and Scite for evidence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SPECIALIZED CATEGORY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Purpose-Built Tools for Scientific Evidence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Distinct from the general purpose assistants covered earlier in this module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Designed specifically for finding, extracting, and evaluating evidence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Can dramatically speed up work that once took hours of manual search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Still bound by the evidence hierarchy discipline from Module 6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11 — AI FOR MEDICAL AFFAIRS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CONSENSUS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Fast Answers to Yes-or-No Evidence Questions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Answers direction-of-effect questions like does X reduce the risk of 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Synthesizes whether literature supports, contradicts, or is split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Delivers an evidence-based answer in seconds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Best for a first orientation before reading individual studies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11 — AI FOR MEDICAL AFFAIRS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ELICIT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Systematic-Review-Style Data Extraction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Summarizes articles and extracts data into comparable tables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Especially accurate on well-structured empirical studies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Speeds up comparing design, population, and results across trials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11 — AI FOR MEDICAL AFFAIRS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SCITE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Seeing How a Study Is Cited, Not Just That It 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Smart Citations show whether later studies support, contradict, or mention neutrally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heavily cited study can still be substantially contradicted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Critical signal before presenting a study as solid evidence to an HCP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11 — AI FOR MEDICAL AFFAIRS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SHARED DISCIPLINE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Acceleration, Not a Substitute for Judgment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 three speed up search and organization of evidence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None replaces critical judgment on methodological quality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Reading the most relevant studies directly is still necessary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Module 6 criteria on bias and limitations still apply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11 — AI FOR MEDICAL AFFAIRS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Consensus, Elicit, and Scite each accelerate one part of evidence work, not the judgment behind it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Consensus for quick direction-of-effect answers, Elicit for structured extraction, Scite for citation context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 three save time on search, none replaces reading the key studies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Evidence hierarchy and bias criteria from Module 6 still govern every use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LESSON  →  Canva AI for medical infographics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11 — AI FOR MEDICAL AFFAIRS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Consensus, Elicit and Scite for evidence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2026-09-01T12:14:23Z</dcterms:created>
  <dcterms:modified xsi:type="dcterms:W3CDTF">2026-09-01T12:14:23Z</dcterms:modified>
</cp:coreProperties>
</file>