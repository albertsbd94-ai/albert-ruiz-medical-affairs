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Claude for long documents and artifacts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CLAUDE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Built for Careful, Long-Document Reasoning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is known for careful reasoning, safety orientation, and precision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Particularly strong at analyzing long, complex documents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traits map directly onto recurring MSL tasks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Fits alongside, not instead of, the other tools in this module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STRENGTH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Processing Entire Long Documents at Once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full trial protocols, long study reports, and lengthy clinical guidelines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process a large volume of congress notes in one pass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key points and flags inconsistencies or gaps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Cites the specific part of the document behind each answer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Ranked among the strongest tools for this task in recent comparisons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Drafting Structured, Well-Formatted Documents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debrief reports, executive summaries, education material drafts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Tends to keep a clear structure and consistent professional tone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still reviews, verifies, and adapts to compliance requirements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HIGH-VALUE TASK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Cross-Checking Two Documents at Once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an approved label against a recent scientific article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Systematically surfaces similarities, differences, and subtle nuances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Saves preparation time ahead of an important meeting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BOUNDARY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General Knowledge Still Needs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on documents provided directly, not on very recent general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assume its background knowledge is automatically up to 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any clinical claim against the primary source before using it with an HCP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confidentiality rules apply: no company, unpublished, or patient data in prompts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Claude's edge is disciplined analysis of long documents, with verification still owned by the MSL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suited to full document analysis, structured drafting, and cross-checking 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 knowledge on recent or specific data is not guaranteed current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Confidentiality rules apply exactly as with any other AI tool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Perplexity for landscape research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for long documents and artifacts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